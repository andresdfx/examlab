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Calibri"/>
              </a:rPr>
              <a:t>EXAMLAB · 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000" b="1" i="0">
                <a:solidFill>
                  <a:srgbClr val="1F2937"/>
                </a:solidFill>
                <a:latin typeface="Calibri"/>
              </a:rPr>
              <a:t>Modelo modular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700" b="0" i="0">
                <a:solidFill>
                  <a:srgbClr val="6B7280"/>
                </a:solidFill>
                <a:latin typeface="Calibri"/>
              </a:rPr>
              <a:t>Un plan por capacidad — no todos los módulos en todos los planes. La IA embebida es el ancla de upsell.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59669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4 planes en escalera: Aula (gratis) → Esencial → Profesional →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587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59669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Núcleo educativo siempre disponible; se gatea el valor agregado (IA, integridad, certificación, analítica)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3425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59669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Se apalanca en module_visibility (gating de nav) + flags de entitlement server-side (IA/proctoring/code-runner)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E9D5FF"/>
                </a:solidFill>
                <a:latin typeface="Calibri"/>
              </a:rPr>
              <a:t>MODELO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Cuatro planes: cada uno desbloquea más capacidad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71600"/>
            <a:ext cx="2715768" cy="5074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371600"/>
            <a:ext cx="2715768" cy="566928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82496"/>
            <a:ext cx="2715768" cy="2560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26464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29967"/>
            <a:ext cx="2715768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GRATIS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86000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798064"/>
            <a:ext cx="262432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Docente individual · 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624328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6B7280"/>
                </a:solidFill>
                <a:latin typeface="Calibri"/>
              </a:rPr>
              <a:t>1 curso · hasta 50 estudiantes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584448"/>
            <a:ext cx="2532888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Cursos, contenidos, exámenes y talleres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Calificación manual + libro de notas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Asistencia, calendario, mensajería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5605272"/>
            <a:ext cx="249631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1">
                <a:solidFill>
                  <a:srgbClr val="6B7280"/>
                </a:solidFill>
                <a:latin typeface="Calibri"/>
              </a:rPr>
              <a:t>Sube a Esencial por: proyectos, foro, banco, videos, pizarras, encuestas en vivo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1371600"/>
            <a:ext cx="2715768" cy="5074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3552" y="1371600"/>
            <a:ext cx="2715768" cy="566928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1682496"/>
            <a:ext cx="2715768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426464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Esencial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2286000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~$79/mes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2798064"/>
            <a:ext cx="262432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Colegio pequeño · hasta 250 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200400"/>
            <a:ext cx="2624328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059669"/>
                </a:solidFill>
                <a:latin typeface="Calibri"/>
              </a:rPr>
              <a:t>Evaluación digital completa (manual)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84448"/>
            <a:ext cx="2532888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Todo Aula, sin límite de cursos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Proyectos, foro, banco de preguntas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Videos, pizarras y retos/encuestas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605272"/>
            <a:ext cx="249631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1">
                <a:solidFill>
                  <a:srgbClr val="6B7280"/>
                </a:solidFill>
                <a:latin typeface="Calibri"/>
              </a:rPr>
              <a:t>Sube a Profesional por: IA que genera y califica + Tutor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1371600"/>
            <a:ext cx="2715768" cy="5074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317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63056" y="1371600"/>
            <a:ext cx="2715768" cy="566928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682496"/>
            <a:ext cx="2715768" cy="2560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426464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2029967"/>
            <a:ext cx="2715768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7C3AED"/>
                </a:solidFill>
                <a:latin typeface="Calibri"/>
              </a:rPr>
              <a:t>RECOMENDADO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286000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~$299/mes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2798064"/>
            <a:ext cx="262432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Universidad media · hasta 1.500 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3200400"/>
            <a:ext cx="2624328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7C3AED"/>
                </a:solidFill>
                <a:latin typeface="Calibri"/>
              </a:rPr>
              <a:t>self · managed con recargo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3584448"/>
            <a:ext cx="2532888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Todo Esencial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IA: genera + califica + detección de copia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Tutor IA, estructura académica, estadísticas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5605272"/>
            <a:ext cx="249631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1">
                <a:solidFill>
                  <a:srgbClr val="6B7280"/>
                </a:solidFill>
                <a:latin typeface="Calibri"/>
              </a:rPr>
              <a:t>Sube a Institucional por: anti-fraude, código, certificados, informes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1371600"/>
            <a:ext cx="2715768" cy="5074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0" y="1371600"/>
            <a:ext cx="2715768" cy="566928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682496"/>
            <a:ext cx="2715768" cy="25603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1426464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Institucional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286000"/>
            <a:ext cx="271576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~$999 · $1.900 adm.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798064"/>
            <a:ext cx="262432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Institución grande · hasta 5.000 est.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200400"/>
            <a:ext cx="2624328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4338CA"/>
                </a:solidFill>
                <a:latin typeface="Calibri"/>
              </a:rPr>
              <a:t>Alto riesgo · certificación oficial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584448"/>
            <a:ext cx="2532888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Todo el catálogo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Proctoring, ejecución de código (Java/Python)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059669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+ Certificados oficiales, informes, asistente IA, SLA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5605272"/>
            <a:ext cx="249631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1">
                <a:solidFill>
                  <a:srgbClr val="6B7280"/>
                </a:solidFill>
                <a:latin typeface="Calibri"/>
              </a:rPr>
              <a:t>Add-ons medidos: IA por consumo, code-runner, video, BYOK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556248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6B7280"/>
                </a:solidFill>
                <a:latin typeface="Calibri"/>
              </a:rPr>
              <a:t>Núcleo educativo (dar clase + evaluar manual + notas + asistencia) SIEMPRE incluido, aun en el plan gratis. Detalle técnico y de migración en modelo-negocio-modular.md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