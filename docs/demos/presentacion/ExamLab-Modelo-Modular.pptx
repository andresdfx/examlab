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B8C7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Modelo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9DDE3"/>
                </a:solidFill>
                <a:latin typeface="Calibri"/>
              </a:rPr>
              <a:t>Un plan base por tamaño + add-ons a la carta. Sin versión gratuita: pagas por lo que usas.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B8C7"/>
                </a:solidFill>
                <a:latin typeface="Calibri"/>
              </a:rPr>
              <a:t>CÓMO SE ARMA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3E4C"/>
                </a:solidFill>
                <a:latin typeface="Calibri"/>
              </a:rPr>
              <a:t>Dos capas: un plan base + los add-ons que necesites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1 · Plan base (obligatorio)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Según tus MATRÍCULAS activas. Define escala, storage y soporte.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Pequeña — hasta 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Mediana — hasta 3.000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Grande — hasta 10.000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Enterprise — a medida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47480"/>
                </a:solidFill>
                <a:latin typeface="Calibri"/>
              </a:rPr>
              <a:t>• (Starter $79 solo para pilotos ≤200)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373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2 · Add-ons (opcionales, a la carta)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2606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IA administrada — $0,10/matrícula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30815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Storage extra — $10 / 100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2552" y="35570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Code runner (Java/Python) — $49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40325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Aislamiento dedicado — $99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079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SSO / SAML — $29 (+$99 setup)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2552" y="4983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+ Certificación oficial — $29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0F3E4C"/>
                </a:solidFill>
                <a:latin typeface="Calibri"/>
              </a:rPr>
              <a:t>No hay plan Free. La IA va con tu propia clave (BYO): sin recargo de IA en la suscripción.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B8C7"/>
                </a:solidFill>
                <a:latin typeface="Calibri"/>
              </a:rPr>
              <a:t>PLANES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3E4C"/>
                </a:solidFill>
                <a:latin typeface="Calibri"/>
              </a:rPr>
              <a:t>Elige por tamaño — sin versión gratuita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8288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Matrículas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82880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  <a:latin typeface="Calibri"/>
              </a:rPr>
              <a:t>Starter (piloto)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≤200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20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4688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$79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  <a:latin typeface="Calibri"/>
              </a:rPr>
              <a:t>Pequeña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0896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≤1.000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10896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50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10896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$149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4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4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  <a:latin typeface="Calibri"/>
              </a:rPr>
              <a:t>Mediana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74904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≤3.000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4904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100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74904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$349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8912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  <a:latin typeface="Calibri"/>
              </a:rPr>
              <a:t>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3891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≤10.000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38912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200 GB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3891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$799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A33"/>
                </a:solidFill>
                <a:latin typeface="Calibri"/>
              </a:rPr>
              <a:t>Enterprise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0292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&gt;10.000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2920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custom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02920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desde $1.499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0F3E4C"/>
                </a:solidFill>
                <a:latin typeface="Calibri"/>
              </a:rPr>
              <a:t>Modalidad Administrada (+$300/mes): ExamLab opera tu tenant. Disponible desde Pequeña.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B8C7"/>
                </a:solidFill>
                <a:latin typeface="Calibri"/>
              </a:rPr>
              <a:t>COMBOS QUE TIENEN SENTIDO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3E4C"/>
                </a:solidFill>
                <a:latin typeface="Calibri"/>
              </a:rPr>
              <a:t>Bundles recomendados por perfil de institución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653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Colegio pequeño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0370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0253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5BAF"/>
                </a:solidFill>
                <a:latin typeface="Calibri"/>
              </a:rPr>
              <a:t>$149/mes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90195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 code runner, sin aislamiento, sin SSO — el plan solo. IA con clave propia.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3405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Facultad de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7238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Mediana + Code runner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7121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5BAF"/>
                </a:solidFill>
                <a:latin typeface="Calibri"/>
              </a:rPr>
              <a:t>$398/mes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063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Exámenes de programación Java/Python. SSO opcional si hay directorio.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0273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Universidad regulada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4106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Grande + Aislamiento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3989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5BAF"/>
                </a:solidFill>
                <a:latin typeface="Calibri"/>
              </a:rPr>
              <a:t>≈$852/mes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63931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Habeas Data / data residency. SSO y Reporting API ya incluidos en Grande.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38912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71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Instituto con certificación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0974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Mediana + Certificación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60857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5BAF"/>
                </a:solidFill>
                <a:latin typeface="Calibri"/>
              </a:rPr>
              <a:t>$378/mes+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50799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Diplomados con certificado formal + QR. IA administrada si no hay equipo TI.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57800"/>
            <a:ext cx="11247120" cy="786384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4009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Universidad grande operada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7842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Grande Admin + Aislamiento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477256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5BAF"/>
                </a:solidFill>
                <a:latin typeface="Calibri"/>
              </a:rPr>
              <a:t>$1.198/mes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537667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ExamLab opera el tenant + aislamiento físico. Sin equipo propio del cliente.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B8C7"/>
                </a:solidFill>
                <a:latin typeface="Calibri"/>
              </a:rPr>
              <a:t>REGLAS DE COHERENCIA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3E4C"/>
                </a:solidFill>
                <a:latin typeface="Calibri"/>
              </a:rPr>
              <a:t>Qué requiere qué — y qué ya viene incluido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Add-ons que exigen un plan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Code runner ilimitado → Mediana+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SSO / SAML → Mediana+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• Aislamiento dedicado → Grande+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0"/>
                </a:solidFill>
                <a:latin typeface="Calibri"/>
              </a:rPr>
              <a:t>Motivo: en planes chicos la ejecución de código ya está incluida, no hay directorio corporativo para SSO, y el aislamiento no amortiza su setup. Se habilitan donde aportan.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78308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Incluido sin cargo en tiers altos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26060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✓ SSO / SAML → incluido en Grande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310896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✓ Reporting API → incluido en Grande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361188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✓ Onboarding guiado → 4–8h en Mediana/Grande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411480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✓ Backups extendidos → Mediana (30d) / Grande (90d)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937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F3E4C"/>
                </a:solidFill>
                <a:latin typeface="Calibri"/>
              </a:rPr>
              <a:t>A mayor plan, más add-ons vienen incluidos: no pagas dos veces por lo mismo.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Modelo modular — planes + add-ons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Armá tu plan a la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9DDE3"/>
                </a:solidFill>
                <a:latin typeface="Calibri"/>
              </a:rPr>
              <a:t>Empezás con el plan de tu tamaño y sumás solo los add-ons que tu institución realmente necesita. Sin versión gratuita, sin pagar por lo que no usás.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