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2286000"/>
            <a:ext cx="12191695" cy="73152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1520" y="246888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ExamLab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49808" y="35661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Gestión Educativa potenciada con IA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49808" y="41605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Crea, evalúa y enseña en menos tiempo.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49808" y="5212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 Generación y calificación con IA · Tutor del curso · Antifraude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9808" y="914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E0E7FF"/>
                </a:solidFill>
              </a:rPr>
              <a:t>Administrador · Docente · Estudiante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640" y="20116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 GENERAL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plataforma para toda la operación académica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109728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Cursos, evaluaciones, asistencia, contenidos y comunicación — integrados.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Multi-institución con marca, branding y datos aislados por institución.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roles con su propia experiencia: Administrador, Docente y Estudiante.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+ instalable (PWA), offline-aware, en tiempo real (notificaciones y push).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IA atraviesa TODO el flujo: armar, enseñar, evaluar y dar feedback.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548640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68680" y="5486400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 </a:t>
            </a:r>
            <a:pPr indent="0" marL="0">
              <a:buNone/>
            </a:pPr>
            <a:r>
              <a:rPr lang="en-US" sz="1300" i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objetivo de fondo: devolverle tiempo al docente para que se concentre en enseñar.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5F3FF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ExamLab · Plataforma de Gestión Educativa con IA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77295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46E5"/>
                </a:solidFill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CFD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25603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D1FAE5"/>
                </a:solidFill>
              </a:rPr>
              <a:t>EL DIFERENCIADOR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IA que te ahorra horas de trabajo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3949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5875">
            <a:solidFill>
              <a:srgbClr val="059669"/>
            </a:solidFill>
            <a:prstDash val="solid"/>
          </a:ln>
          <a:effectLst>
            <a:outerShdw sx="100000" sy="100000" kx="0" ky="0" algn="bl" rotWithShape="0" blurRad="50800" dist="25400" dir="16200000">
              <a:srgbClr val="A7F3D0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938528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✨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08760" y="196596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 evaluaciones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2560320"/>
            <a:ext cx="48920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Exámenes, talleres y proyectos a partir de un tema. La IA redacta preguntas y rúbricas.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1737360"/>
            <a:ext cx="53949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5875">
            <a:solidFill>
              <a:srgbClr val="059669"/>
            </a:solidFill>
            <a:prstDash val="solid"/>
          </a:ln>
          <a:effectLst>
            <a:outerShdw sx="100000" sy="100000" kx="0" ky="0" algn="bl" rotWithShape="0" blurRad="50800" dist="25400" dir="16200000">
              <a:srgbClr val="A7F3D0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00800" y="1938528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✨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132320" y="196596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Calificar entregas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446520" y="2560320"/>
            <a:ext cx="48920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Corrige automáticamente con retroalimentación — incluido código (ZIP) y diagramas.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886200"/>
            <a:ext cx="53949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5875">
            <a:solidFill>
              <a:srgbClr val="059669"/>
            </a:solidFill>
            <a:prstDash val="solid"/>
          </a:ln>
          <a:effectLst>
            <a:outerShdw sx="100000" sy="100000" kx="0" ky="0" algn="bl" rotWithShape="0" blurRad="50800" dist="25400" dir="16200000">
              <a:srgbClr val="A7F3D0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77240" y="4087368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✨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508760" y="411480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contenido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22960" y="4709160"/>
            <a:ext cx="48920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didáctico (PPTX / Markdown) y preguntas de banco generadas con IA.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172200" y="3886200"/>
            <a:ext cx="53949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5875">
            <a:solidFill>
              <a:srgbClr val="059669"/>
            </a:solidFill>
            <a:prstDash val="solid"/>
          </a:ln>
          <a:effectLst>
            <a:outerShdw sx="100000" sy="100000" kx="0" ky="0" algn="bl" rotWithShape="0" blurRad="50800" dist="25400" dir="16200000">
              <a:srgbClr val="A7F3D0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400800" y="4087368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✨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132320" y="411480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 del curso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446520" y="4709160"/>
            <a:ext cx="48920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dudas del estudiante leyendo el material real del curso, 24/7.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059669"/>
                </a:solidFill>
              </a:rPr>
              <a:t>De horas a minutos: la IA arma y corrige; el docente revisa y ajusta.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5F3FF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ExamLab · Plataforma de Gestión Educativa con IA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7295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59669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640" y="20116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· CREACIÓN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de evaluaciones y contenido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454335" y="384048"/>
            <a:ext cx="1280160" cy="411480"/>
          </a:xfrm>
          <a:prstGeom prst="roundRect">
            <a:avLst>
              <a:gd name="adj" fmla="val 22222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109728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de examen, taller y proyecto a partir del tema o el material del curso.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Archivos de proyecto, preguntas de banco y juegos Reto en vivo, generados automáticamente.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didáctico: presentaciones (.pptx) y guías (.md) listas para la clase.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sincrónico (al instante en el formulario) o asincrónico (cola de generación).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personalizables por institución y por curso, con plantilla base segura.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548640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68680" y="5486400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 </a:t>
            </a:r>
            <a:pPr indent="0" marL="0">
              <a:buNone/>
            </a:pPr>
            <a:r>
              <a:rPr lang="en-US" sz="1300" i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docente describe; la IA produce un borrador editable — nunca parte de cero.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5F3FF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ExamLab · Plataforma de Gestión Educativa con IA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77295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59669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640" y="20116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· EVALUACIÓN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Calificación automática y detección de fraude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454335" y="384048"/>
            <a:ext cx="1280160" cy="411480"/>
          </a:xfrm>
          <a:prstGeom prst="roundRect">
            <a:avLst>
              <a:gd name="adj" fmla="val 22222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109728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Califica entregas con retroalimentación por criterio — texto, código (ZIP) y diagramas.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copia entre estudiantes (similitud) y análisis de entregas sospechosas.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Proctoring en exámenes: pantalla completa, advertencias, bloqueo de navegación.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Reintentos automáticos ante errores transitorios; cola con reproceso manual.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docente mantiene el control: revisa, ajusta la nota y publica.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548640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68680" y="5486400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 </a:t>
            </a:r>
            <a:pPr indent="0" marL="0">
              <a:buNone/>
            </a:pPr>
            <a:r>
              <a:rPr lang="en-US" sz="1300" i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tiempo corrigiendo, más equidad y trazabilidad en cada nota.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5F3FF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ExamLab · Plataforma de Gestión Educativa con IA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77295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59669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640" y="20116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 DEL AULA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Evaluaciones, clases y asistencia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109728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Exámenes con temporizador, mezcla de preguntas y navegación configurable.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Talleres y proyectos con sustentación, enlace al repositorio y trabajo en grupo.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Tablero/cronograma del curso: sesiones, contenidos y entregas en una línea de tiempo.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Asistencia con QR rotativo (auto check-in del estudiante) y registro en vivo.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 de código en el navegador: Java y Python, incluso interfaces gráficas.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548640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68680" y="5486400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 </a:t>
            </a:r>
            <a:pPr indent="0" marL="0">
              <a:buNone/>
            </a:pPr>
            <a:r>
              <a:rPr lang="en-US" sz="1300" i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Sincroniza con Google/Microsoft Calendar y trae las grabaciones de cada clase solo.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5F3FF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ExamLab · Plataforma de Gestión Educativa con IA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77295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46E5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640" y="20116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COMUNIDAD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 y participación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109728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Mensajería 1-a-1, difusión a cursos y mensajes programados.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Foros por curso y etiquetado de contenido con #.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Encuestas tipo Doodle (cupos) y Reto en vivo con ranking en tiempo real.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 en la app y push, aunque la pestaña esté cerrada.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Pizarra de sesión compartida en vivo y notebooks ejecutables.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5F3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ExamLab · Plataforma de Gestión Educativa con IA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7295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640" y="20116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ADMINISTRACIÓN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institucional de punta a punta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109728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académica: carreras, asignaturas y periodos.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Cortes y pesos de notas configurables; libro de calificaciones con exportación.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Certificados automáticos, reportes con datos embebidos y auditoría completa.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Papelera (borrado reversible) y módulo de Soporte (PQRS) hacia la plataforma.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Importación masiva de usuarios y gestión de roles y contraseñas.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548640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68680" y="5486400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 </a:t>
            </a:r>
            <a:pPr indent="0" marL="0">
              <a:buNone/>
            </a:pPr>
            <a:r>
              <a:rPr lang="en-US" sz="1300" i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Administrador supervisa evaluaciones, asistencia y calificaciones de su institución.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5F3FF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ExamLab · Plataforma de Gestión Educativa con IA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77295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46E5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0"/>
            <a:ext cx="12191695" cy="73152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31520" y="228600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IA de ExamLab te devuelve tiempo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49808" y="33832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armado de pruebas. Menos corrección manual. Más enseñanza.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49808" y="42062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 Generar · Calificar · Tutorizar · Detectar copia — automáticamente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49808" y="55778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ExamLab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ExamLab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ExamLab — Plataforma educativa con IA</dc:title>
  <dc:subject>PptxGenJS Presentation</dc:subject>
  <dc:creator>ExamLab</dc:creator>
  <cp:lastModifiedBy>ExamLab</cp:lastModifiedBy>
  <cp:revision>1</cp:revision>
  <dcterms:created xsi:type="dcterms:W3CDTF">2026-06-13T06:52:05Z</dcterms:created>
  <dcterms:modified xsi:type="dcterms:W3CDTF">2026-06-13T06:52:05Z</dcterms:modified>
</cp:coreProperties>
</file>