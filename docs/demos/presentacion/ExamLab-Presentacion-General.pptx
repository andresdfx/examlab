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Gestión Educativa potenciada con 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160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Crea, evalúa y enseña en menos tiempo.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Generación y calificación con IA · Tutor del curso · Antifraude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E0E7FF"/>
                </a:solidFill>
              </a:rPr>
              <a:t>Administrador · Docente · Estudiante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GENERAL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plataforma para toda la operación académica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Cursos, evaluaciones, asistencia, contenidos y comunicación — integrados.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Multi-institución (multi-tenant) con marca, branding y datos aislados por institución.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con su propia experiencia: Administrador, Docente y Estudiante.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instalable (PWA), offline-aware, en tiempo real (notificaciones y push).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atraviesa TODO el flujo: armar, enseñar, evaluar y dar feedback.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de fondo: devolverle tiempo al docente para que se concentre en enseñar.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1FAE5"/>
                </a:solidFill>
              </a:rPr>
              <a:t>EL DIFERENCIADOR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que te ahorra horas de trabajo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3852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evaluaciones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Exámenes, talleres y proyectos a partir de un tema. La IA redacta preguntas y rúbricas.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93852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32320" y="19659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Calificar entregas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46520" y="256032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automáticamente con retroalimentación — incluido código (ZIP) y diagramas.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08736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114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contenido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didáctico (PPTX / Markdown) y preguntas de banco generadas con IA.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38862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08736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32320" y="4114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del curso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46520" y="470916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dudas del estudiante leyendo el material real del curso, 24/7.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59669"/>
                </a:solidFill>
              </a:rPr>
              <a:t>De horas a minutos: la IA arma y corrige; el docente revisa y ajusta.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· CREACIÓN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evaluaciones y contenido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454335" y="384048"/>
            <a:ext cx="1280160" cy="411480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examen, taller y proyecto a partir del tema o el material del curso.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de proyecto, preguntas de banco y juegos Reto en vivo, generados automáticamente.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didáctico: presentaciones (.pptx) y guías (.md) listas para la clase.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sincrónico (al instante en el formulario) o asincrónico (cola de generación).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personalizables por institución y por curso, con plantilla base segura.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describe; la IA produce un borrador editable — nunca parte de cero.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· EVALUACIÓN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automática y detección de fraude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454335" y="384048"/>
            <a:ext cx="1280160" cy="411480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 entregas con retroalimentación por criterio — texto, código (ZIP) y diagramas.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copia entre estudiantes (similitud) y análisis de entregas sospechosas.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Proctoring en exámenes: pantalla completa, advertencias, bloqueo de navegación.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automáticos ante errores transitorios; cola con reproceso manual.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mantiene el control: revisa, ajusta la nota y publica.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corrigiendo, más equidad y trazabilidad en cada nota.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DEL AULA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Evaluaciones, clases y asistencia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Exámenes con temporizador, mezcla de preguntas y navegación configurable.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Talleres y proyectos con sustentación, enlace al repositorio y trabajo en grupo.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Tablero/cronograma del curso: sesiones, contenidos y entregas en una línea de tiempo.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 con QR rotativo (auto check-in del estudiante) y registro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 código en el navegador: Java y Python, incluso interfaces gráficas.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con Google/Microsoft Calendar y trae las grabaciones de cada clase solo.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y participación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1-a-1, difusión a cursos y mensajes programados.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Foros por curso y etiquetado de contenido con #.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 tipo Doodle (cupos) y Reto en vivo con ranking en tiempo real.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 la app y push, aunque la pestaña esté cerrada.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Pizarra de sesión compartida en vivo y notebooks ejecutables.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institucional de punta a punta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académica: carreras, asignaturas y periodos.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y pesos de notas configurables; libro de calificaciones con exportación.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automáticos, reportes con datos embebidos y auditoría completa.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Papelera (borrado reversible) y módulo de Soporte (PQRS) hacia la plataforma.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Importación masiva de usuarios y gestión de roles y contraseñas.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Administrador supervisa evaluaciones, asistencia y calificaciones de su institución.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 ExamLab te devuelve tiempo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armado de pruebas. Menos corrección manual. Más enseñanza.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Generar · Calificar · Tutorizar · Detectar copia — automáticamente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577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Plataforma educativa con IA</dc:title>
  <dc:subject>PptxGenJS Presentation</dc:subject>
  <dc:creator>ExamLab</dc:creator>
  <cp:lastModifiedBy>ExamLab</cp:lastModifiedBy>
  <cp:revision>1</cp:revision>
  <dcterms:created xsi:type="dcterms:W3CDTF">2026-06-13T06:52:05Z</dcterms:created>
  <dcterms:modified xsi:type="dcterms:W3CDTF">2026-06-13T06:52:05Z</dcterms:modified>
</cp:coreProperties>
</file>