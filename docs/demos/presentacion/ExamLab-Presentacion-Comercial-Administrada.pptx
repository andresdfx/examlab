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13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ExamLab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49808" y="36118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D2FE"/>
                </a:solidFill>
              </a:rPr>
              <a:t>La plataforma educativa con IA — la administro por ti, llave en mano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49808" y="4206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5B4FC"/>
                </a:solidFill>
              </a:rPr>
              <a:t>Tú enseñas; yo monto, opero y doy soporte. El valor va según tus usuarios.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0E7FF"/>
                </a:solidFill>
              </a:rPr>
              <a:t>PROPUESTA COMERCIAL · SERVICIO ADMINISTRADO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POR QUÉ EXAMLAB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Tus docentes pierden horas armando y calificando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Crear exámenes, talleres y proyectos consume tiempo cada semana.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Calificar entregas a mano es lento y poco trazable.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El material de clase y el seguimiento quedan dispersos en varias herramientas.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ExamLab automatiza con IA lo repetitivo: generar, calificar, tutorizar y detectar copia.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Y no tienes que administrarla: yo la monto, cargo usuarios, configuro y doy soporte.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Servicio llave en mano: cero TI de tu lado — la institución solo enseña y aprende.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/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EL SERVICIO ADMINISTRADO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Yo lo opero por ti — cero carga técnica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Puesta en marcha: tu espacio con tu marca, estructura académica y cursos.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Gestión de usuarios: carga masiva de docentes y estudiantes, altas/bajas y contraseñas.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Configuración: cortes y pesos, escalas, certificados y prompts de IA por curso.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Operación: respaldos, actualizaciones y monitoreo — transparente para ti.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Soporte a docentes y estudiantes, + todas las funciones de la plataforma incluidas.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128016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PLANES DE SUSCRIPCIÓN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Un plan para cada tamaño de institución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Todo incluido + administración por mi cuenta. El valor va según la cantidad de usuarios.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69164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691640"/>
            <a:ext cx="3611880" cy="1097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94767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Esencial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244144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pequeña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7889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C3AED"/>
                </a:solidFill>
              </a:rPr>
              <a:t>$249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58952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514600" y="3291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250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58952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514600" y="3657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8952" y="40233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514600" y="4023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58952" y="443484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77240" y="4544568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Administración + soporte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251960" y="1527048"/>
            <a:ext cx="3758184" cy="4123944"/>
          </a:xfrm>
          <a:prstGeom prst="roundRect">
            <a:avLst>
              <a:gd name="adj" fmla="val 2920"/>
            </a:avLst>
          </a:prstGeom>
          <a:solidFill>
            <a:srgbClr val="ECFDF5"/>
          </a:solidFill>
          <a:ln w="317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38100" dir="16200000">
              <a:srgbClr val="A7F3D0">
                <a:alpha val="75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216652" y="1399032"/>
            <a:ext cx="1828800" cy="310896"/>
          </a:xfrm>
          <a:prstGeom prst="roundRect">
            <a:avLst>
              <a:gd name="adj" fmla="val 23529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MÁS POPULAR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25112" y="1691640"/>
            <a:ext cx="3611880" cy="109728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553712" y="194767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Profesional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553712" y="244144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mediana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53712" y="27889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59669"/>
                </a:solidFill>
              </a:rPr>
              <a:t>$649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4581144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336792" y="3291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1.500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81144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336792" y="3657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20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81144" y="40233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336792" y="4023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81144" y="443484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599432" y="4544568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Administración + soporte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147304" y="169164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8147304" y="1691640"/>
            <a:ext cx="3611880" cy="10972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375904" y="194767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Institucional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375904" y="244144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grande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375904" y="27889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F46E5"/>
                </a:solidFill>
              </a:rPr>
              <a:t>$1.900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38" name="Text 36"/>
          <p:cNvSpPr/>
          <p:nvPr/>
        </p:nvSpPr>
        <p:spPr>
          <a:xfrm>
            <a:off x="8403336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158984" y="3291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5.000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403336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0158984" y="3657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100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403336" y="40233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158984" y="4023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8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403336" y="443484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8421624" y="4544568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Administración + soporte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02920" y="5705856"/>
            <a:ext cx="11183112" cy="457200"/>
          </a:xfrm>
          <a:prstGeom prst="roundRect">
            <a:avLst>
              <a:gd name="adj" fmla="val 20000"/>
            </a:avLst>
          </a:prstGeom>
          <a:solidFill>
            <a:srgbClr val="1E1B4B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68680" y="5705856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¿Más de 5.000 estudiantes?  </a:t>
            </a:r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Diseñamos un plan a la medida para tu institución.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8869680" y="5788152"/>
            <a:ext cx="2651760" cy="292608"/>
          </a:xfrm>
          <a:prstGeom prst="roundRect">
            <a:avLst>
              <a:gd name="adj" fmla="val 25000"/>
            </a:avLst>
          </a:prstGeom>
          <a:solidFill>
            <a:srgbClr val="FACC1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Contáctanos →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02920" y="6217920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Precios de referencia (USD/mes) — incluyen plataforma, infraestructura, soporte Y ADMINISTRACIÓN COMPLETA. El API key de IA lo provee la institución (o add-on).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182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9D5FF"/>
                </a:solidFill>
              </a:rPr>
              <a:t>TODO INCLUIDO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2062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Todas las funciones, en todos los planes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D5FF"/>
                </a:solidFill>
              </a:rPr>
              <a:t>Sin funciones bloqueadas: la única diferencia entre planes es la cantidad de usuarios.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24128" y="160020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Cursos, cronograma y tablero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07568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24128" y="207568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Exámenes, talleres y proyectos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551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24128" y="255117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Generación de evaluaciones con 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02666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24128" y="3026664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Generación de contenido (PPTX/guías) con IA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50215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24128" y="3502152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Calificación automática con retroalimentación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24128" y="397764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Tutor IA del curso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4531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24128" y="445312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Detección de copia / antifraude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92861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24128" y="492861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Banco de preguntas reutilizable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160020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84848" y="160020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Asistencia con QR (auto check-in)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07568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84848" y="207568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Sincronización con Google/Microsoft Calendar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0" y="2551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84848" y="255117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Mensajería, foros y difusión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02666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784848" y="3026664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Encuestas y Kahoot en vivo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50215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784848" y="3502152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Certificados, reportes y libro de calificaciones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0" y="397764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97764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Ejecución de código (Java/Python) en línea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4531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445312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Multi-sede, branding y auditoría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0" y="492861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784848" y="492861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Notificaciones en la app y push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598932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68680" y="598932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✨  Además de todas las funciones, yo administro la plataforma por ti — el API key de IA lo pones tú (o add-on).</a:t>
            </a:r>
            <a:pPr indent="0" marL="0">
              <a:buNone/>
            </a:pPr>
            <a:r>
              <a:rPr lang="en-US" sz="1250" i="1" dirty="0">
                <a:solidFill>
                  <a:srgbClr val="1E1B4B"/>
                </a:solidFill>
              </a:rPr>
              <a:t/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Dale tiempo a tus docentes. Control a tu institución.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49808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D2FE"/>
                </a:solidFill>
              </a:rPr>
              <a:t>Yo la monto y la opero; tú solo enseñas. Pagas según tus usuarios.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49808" y="4114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</a:rPr>
              <a:t>✨  IA para generar, calificar, tutorizar y detectar copia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5486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Solicita una propuesta a tu medida · ExamLab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9D5FF"/>
                </a:solidFill>
                <a:latin typeface="Calibri"/>
              </a:rPr>
              <a:t>MODELO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Controlas el gasto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E9D5FF"/>
                </a:solidFill>
                <a:latin typeface="Calibri"/>
              </a:rPr>
              <a:t>La IA viene incluida. Nosotros la operamos; tú controlas el gasto.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IA en todo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genera y califica exámenes, talleres y proyectos; tutor IA para estudiantes; asistente IA de plataforma; detección de copia.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Sin sorpresas de costo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usa tu propia API key (Gemini / OpenAI) sin sobrecosto, o inclúyela como add-on medido por consumo.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Cola de procesamiento IA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elige modo inmediato o en cola para controlar cuándo y cuánto corre la IA: gasto predecible, sin bloquear la plataforma.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Alta disponibilidad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claves de respaldo con failover automático: la IA no se cae si una clave agota su cuota.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Míralo en vivo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la generación y la calificación con IA se ven en los videos de demo por rol.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ExamLab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ExamLab — Planes y propuesta comercial</dc:title>
  <dc:subject>PptxGenJS Presentation</dc:subject>
  <dc:creator>ExamLab</dc:creator>
  <cp:lastModifiedBy>ExamLab</cp:lastModifiedBy>
  <cp:revision>1</cp:revision>
  <dcterms:created xsi:type="dcterms:W3CDTF">2026-06-13T16:12:11Z</dcterms:created>
  <dcterms:modified xsi:type="dcterms:W3CDTF">2026-06-13T16:12:11Z</dcterms:modified>
</cp:coreProperties>
</file>