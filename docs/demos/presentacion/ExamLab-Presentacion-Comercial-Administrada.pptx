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la administro por ti, llave en mano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Tú enseñas; yo monto, opero y doy soporte. El valor va según tus usuarios.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 · SERVICIO ADMINISTRADO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Y no tienes que administrarla: yo la monto, cargo usuarios, configuro y doy soporte.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Servicio llave en mano: cero TI de tu lado — la institución solo enseña y aprende.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/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EL SERVICIO ADMINISTRADO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Yo lo opero por ti — cero carga técnica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Puesta en marcha: tu espacio con tu marca, estructura académica y cursos.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Gestión de usuarios: carga masiva de docentes y estudiantes, altas/bajas y contraseñas.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Configuración: cortes y pesos, escalas, certificados y prompts de IA por curso.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Operación: respaldos, actualizaciones y monitoreo — transparente para ti.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Soporte a docentes y estudiantes, + todas las funciones de la plataforma incluidas.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Un plan para cada tamaño de institución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Todo incluido + administración por mi cuenta. El valor va según la cantidad de usuarios.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6916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$249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514600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146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1460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51960" y="1527048"/>
            <a:ext cx="3758184" cy="41239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16652" y="139903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6916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53712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3712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$649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581144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336792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81144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36792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1144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81144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99432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47304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47304" y="16916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375904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75904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75904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$1.900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8403336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58984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5.000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03336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158984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100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403336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58984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403336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421624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705856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68680" y="570585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¿Más de 5.000 estudiantes?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Diseñamos un plan a la medida para tu institución.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69680" y="5788152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Contáctanos →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2920" y="621792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(USD/mes) — incluyen plataforma, infraestructura, soporte Y ADMINISTRACIÓN COMPLETA. El API key de IA lo provee la institución (o add-on).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Todas las funciones, en todos los planes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bloqueadas: la única diferencia entre planes es la cantidad de usuarios.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Certificados, reportes y libro de calificaciones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Multi-sede, branding y auditoría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Además de todas las funciones, yo administro la plataforma por ti — el API key de IA lo pones tú (o add-on).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/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9D5FF"/>
                </a:solidFill>
                <a:latin typeface="Calibri"/>
              </a:rPr>
              <a:t>MODELO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Controlas el gasto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E9D5FF"/>
                </a:solidFill>
                <a:latin typeface="Calibri"/>
              </a:rPr>
              <a:t>La IA viene incluida. Nosotros la operamos; tú controlas el gasto.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IA en todo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genera y califica exámenes, talleres y proyectos; tutor IA para estudiantes; asistente IA de plataforma; detección de copia.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Sin sorpresas de costo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usa tu propia API key (Gemini / OpenAI) sin sobrecosto, o inclúyela como add-on medido por consumo.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Cola de procesamiento IA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elige modo inmediato o en cola para controlar cuándo y cuánto corre la IA: gasto predecible, sin bloquear la plataforma.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Alta disponibilidad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claves de respaldo con failover automático: la IA no se cae si una clave agota su cuota.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Míralo en vivo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la generación y la calificación con IA se ven en los videos de demo por rol.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7C3AED"/>
                </a:solidFill>
                <a:latin typeface="Calibri"/>
              </a:rPr>
              <a:t>≈ US$0,06 por estudiante/mes con Gemini Flash  ·  almacenamiento incluido  ·  separación dedicada por institución para regulación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Yo la monto y la opero; tú solo enseñas. Pagas según tus usuarios.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propuesta a tu medida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2026-06-13T16:12:11Z</dcterms:created>
  <dcterms:modified xsi:type="dcterms:W3CDTF">2026-06-13T16:12:11Z</dcterms:modified>
</cp:coreProperties>
</file>