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13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" y="914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E0E7FF"/>
                </a:solidFill>
              </a:rPr>
              <a:t>PARA DOCENTES INDEPENDIENTES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ExamLab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49808" y="3611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7D2FE"/>
                </a:solidFill>
              </a:rPr>
              <a:t>Tu propia aula con IA — por $10 al mes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420624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5B4FC"/>
                </a:solidFill>
              </a:rPr>
              <a:t>Clases particulares, tutorías o tu curso online: enseña como una institución, sin serlo.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POR QUÉ EXAMLAB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Tú enseñas. La IA hace lo repetitivo.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Armar exámenes y talleres desde cero, cada semana, quita tiempo de enseñar.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Calificar a mano es lento y el feedback a tus estudiantes llega tarde.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WhatsApp, Drive, Forms y Excel: tus clases viven dispersas en cinco herramientas.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ExamLab genera, califica y tutoriza con IA —y detecta copia— en una sola plataforma.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Recuperas horas para dar más clases, o simplemente para descansar.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881360" cy="777240"/>
          </a:xfrm>
          <a:prstGeom prst="roundRect">
            <a:avLst>
              <a:gd name="adj" fmla="val 9412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5486400"/>
            <a:ext cx="10424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✨  </a:t>
            </a:r>
            <a:pPr indent="0" marL="0">
              <a:buNone/>
            </a:pPr>
            <a:r>
              <a:rPr lang="en-US" sz="1300" i="1" dirty="0">
                <a:solidFill>
                  <a:srgbClr val="1E1B4B"/>
                </a:solidFill>
              </a:rPr>
              <a:t>En español, sin instalar nada y lista en minutos. Tu marca, tu aula, tus estudiantes.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Plan Docente Independiente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LA PLATAFORMA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Todo lo que necesitas para tus clases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Crea cursos, sube tu material y organiza el cronograma de clases.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Genera exámenes, talleres y proyectos con IA, y califícalos automáticamente con feedback.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b="1" dirty="0">
                <a:solidFill>
                  <a:srgbClr val="059669"/>
                </a:solidFill>
              </a:rPr>
              <a:t>Tutor IA que responde a tus estudiantes con base en TU material; detección de copia.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Asistencia con QR, calendario, mensajería, foros, encuestas y Kahoot en vivo.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1B4B"/>
                </a:solidFill>
              </a:rPr>
              <a:t>Certificados con tu marca, reportes y libro de calificaciones.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Plan Docente Independiente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0058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0E7FF"/>
                </a:solidFill>
              </a:rPr>
              <a:t>UN SOLO PLAN, SIN COMPLICACIONES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3657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Plan Docente Independiente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804672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</a:rPr>
              <a:t>Todas las funciones de IA incluidas — pensado para un solo docente: tú.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935328" y="1783080"/>
            <a:ext cx="388620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5875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35328" y="1783080"/>
            <a:ext cx="3886200" cy="1097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2163928" y="202082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Mensual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163928" y="2514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Paga mes a mes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63928" y="286207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3AED"/>
                </a:solidFill>
              </a:rPr>
              <a:t>$10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/mes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163928" y="341071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C3AED"/>
                </a:solidFill>
              </a:rPr>
              <a:t>Sin contratos. Cancela cuando quieras.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191360" y="3776472"/>
            <a:ext cx="337413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1360" y="39044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Docente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29888" y="39044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1B4B"/>
                </a:solidFill>
              </a:rPr>
              <a:t>1 (tú)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9136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Estudiantes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29888" y="4251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1B4B"/>
                </a:solidFill>
              </a:rPr>
              <a:t>Hasta 100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191360" y="45994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Cursos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29888" y="4599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1B4B"/>
                </a:solidFill>
              </a:rPr>
              <a:t>Ilimitados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7016" y="1618488"/>
            <a:ext cx="4032504" cy="3941064"/>
          </a:xfrm>
          <a:prstGeom prst="roundRect">
            <a:avLst>
              <a:gd name="adj" fmla="val 2784"/>
            </a:avLst>
          </a:prstGeom>
          <a:solidFill>
            <a:srgbClr val="ECFDF5"/>
          </a:solidFill>
          <a:ln w="31750">
            <a:solidFill>
              <a:srgbClr val="059669"/>
            </a:solidFill>
            <a:prstDash val="solid"/>
          </a:ln>
          <a:effectLst>
            <a:outerShdw sx="100000" sy="100000" kx="0" ky="0" algn="bl" rotWithShape="0" blurRad="76200" dist="38100" dir="16200000">
              <a:srgbClr val="A7F3D0">
                <a:alpha val="7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98868" y="1490472"/>
            <a:ext cx="1828800" cy="310896"/>
          </a:xfrm>
          <a:prstGeom prst="roundRect">
            <a:avLst>
              <a:gd name="adj" fmla="val 23529"/>
            </a:avLst>
          </a:prstGeom>
          <a:solidFill>
            <a:srgbClr val="05966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MEJOR VALOR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0168" y="1783080"/>
            <a:ext cx="3886200" cy="1097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598768" y="2020824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1B4B"/>
                </a:solidFill>
              </a:rPr>
              <a:t>Anual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598768" y="251460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</a:rPr>
              <a:t>Paga una vez al año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98768" y="2862072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59669"/>
                </a:solidFill>
              </a:rPr>
              <a:t>$100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  /año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6598768" y="3410712"/>
            <a:ext cx="3429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59669"/>
                </a:solidFill>
              </a:rPr>
              <a:t>Equivale a $8,33/mes — ahorras 2 meses.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626200" y="3776472"/>
            <a:ext cx="3374136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6200" y="39044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Docente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64728" y="390448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1B4B"/>
                </a:solidFill>
              </a:rPr>
              <a:t>1 (tú)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26200" y="425196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Estudiantes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564728" y="425196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1B4B"/>
                </a:solidFill>
              </a:rPr>
              <a:t>Hasta 100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626200" y="459943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Cursos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64728" y="459943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1E1B4B"/>
                </a:solidFill>
              </a:rPr>
              <a:t>Ilimitados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5650992"/>
            <a:ext cx="11183112" cy="457200"/>
          </a:xfrm>
          <a:prstGeom prst="roundRect">
            <a:avLst>
              <a:gd name="adj" fmla="val 20000"/>
            </a:avLst>
          </a:prstGeom>
          <a:solidFill>
            <a:srgbClr val="1E1B4B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6509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¿Tu operación crece o sumas más docentes?  </a:t>
            </a:r>
            <a:pPr indent="0" marL="0">
              <a:buNone/>
            </a:pPr>
            <a:r>
              <a:rPr lang="en-US" sz="1250" dirty="0">
                <a:solidFill>
                  <a:srgbClr val="E0E7FF"/>
                </a:solidFill>
              </a:rPr>
              <a:t>Pasa a un plan institucional cuando quieras.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869680" y="5733288"/>
            <a:ext cx="2651760" cy="292608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1B4B"/>
                </a:solidFill>
              </a:rPr>
              <a:t>Ver planes →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02920" y="6199632"/>
            <a:ext cx="1115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Precios de referencia (USD) — incluyen plataforma, infraestructura y soporte. El API key de IA lo pones tú: con la cuenta gratuita de Gemini suele alcanzar para un docente independiente (su uso de IA no se factura en la suscripción). Ajustar a la política comercial.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Plan Docente Independiente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F46E5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E9D5FF"/>
                </a:solidFill>
              </a:rPr>
              <a:t>TODO INCLUIDO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420624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La misma potencia que las instituciones, por $10/mes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9D5FF"/>
                </a:solidFill>
              </a:rPr>
              <a:t>Sin funciones bloqueadas ni versión recortada: tienes la plataforma completa.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24128" y="160020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Cursos, cronograma y tablero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24128" y="207568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Exámenes, talleres y proyectos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5511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24128" y="255117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Generación de evaluaciones con 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0266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24128" y="3026664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Generación de contenido (PPTX/guías) con 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021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3502152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Calificación automática con retroalimentación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97764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24128" y="397764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Tutor IA del curso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4531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24128" y="445312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Detección de copia / antifraude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49286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492861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Banco de preguntas reutilizable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16002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160020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Asistencia con QR (auto check-in)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0" y="207568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4848" y="207568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Sincronización con Google/Microsoft Calendar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0" y="25511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84848" y="255117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Mensajería, foros y difusión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0" y="30266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84848" y="3026664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Encuestas y Kahoot en vivo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00800" y="350215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84848" y="3502152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Certificados con tu marca y reportes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0" y="397764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977640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Ejecución de código (Java/Python) en línea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0" y="445312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4453128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Branding propio y libro de calificaciones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400800" y="492861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84848" y="4928616"/>
            <a:ext cx="5102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1B4B"/>
                </a:solidFill>
              </a:rPr>
              <a:t>Notificaciones en la app y push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40080" y="598932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98932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✨  </a:t>
            </a:r>
            <a:pPr indent="0" marL="0">
              <a:buNone/>
            </a:pPr>
            <a:r>
              <a:rPr lang="en-US" sz="1250" i="1" dirty="0">
                <a:solidFill>
                  <a:srgbClr val="1E1B4B"/>
                </a:solidFill>
              </a:rPr>
              <a:t>El API key de IA lo pones tú: usas tu propia cuenta (el plan gratuito de Gemini suele bastar), sin sobrecosto de uso en tu suscripción.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654710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ExamLab · Plan Docente Independiente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654710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7C3AED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12191695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Enseña con IA. Por el precio de un café a la semana.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49808" y="33832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7D2FE"/>
                </a:solidFill>
              </a:rPr>
              <a:t>$10 al mes. Sin contratos, sin permanencia — cancela cuando quieras.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49808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</a:rPr>
              <a:t>✨  IA para generar, calificar, tutorizar y detectar copia — incluida.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49808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Empieza hoy · ExamLab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E9D5FF"/>
                </a:solidFill>
                <a:latin typeface="Calibri"/>
              </a:rPr>
              <a:t>MODELO DE 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Calibri"/>
              </a:rPr>
              <a:t>Controlas el gasto de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E9D5FF"/>
                </a:solidFill>
                <a:latin typeface="Calibri"/>
              </a:rPr>
              <a:t>La IA viene incluida. Tú decides cuánto y cuándo se usa.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IA en todo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genera y califica tus exámenes, talleres y proyectos; tutor IA para tus estudiantes; detección de copia.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Sin sorpresas de costo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usa tu propia API key (Gemini / OpenAI) sin sobrecosto, o la IA como add-on medido por consumo.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Cola de procesamiento IA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elige modo inmediato o en cola para controlar cuánto corre la IA: gasto predecible.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Alta disponibilidad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claves de respaldo con failover automático.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059669"/>
                </a:solidFill>
                <a:latin typeface="Calibri"/>
              </a:rPr>
              <a:t>✓  </a:t>
            </a:r>
            <a:r>
              <a:rPr sz="1500" b="1">
                <a:solidFill>
                  <a:srgbClr val="1F2937"/>
                </a:solidFill>
                <a:latin typeface="Calibri"/>
              </a:rPr>
              <a:t>Míralo en vivo</a:t>
            </a:r>
            <a:r>
              <a:rPr sz="1500" b="0">
                <a:solidFill>
                  <a:srgbClr val="4B5563"/>
                </a:solidFill>
                <a:latin typeface="Calibri"/>
              </a:rPr>
              <a:t> — la generación y la calificación con IA se ven en los videos de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ExamLab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ExamLab — Plan Docente Independiente</dc:title>
  <dc:subject>PptxGenJS Presentation</dc:subject>
  <dc:creator>ExamLab</dc:creator>
  <cp:lastModifiedBy>ExamLab</cp:lastModifiedBy>
  <cp:revision>1</cp:revision>
  <dcterms:created xsi:type="dcterms:W3CDTF">2026-06-26T19:48:25Z</dcterms:created>
  <dcterms:modified xsi:type="dcterms:W3CDTF">2026-06-26T19:48:25Z</dcterms:modified>
</cp:coreProperties>
</file>