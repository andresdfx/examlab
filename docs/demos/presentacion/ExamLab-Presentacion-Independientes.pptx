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PARA DOCENTES INDEPENDIENTES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Tu propia aula con IA — por $10 al mes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Clases particulares, tutorías o tu curso online: enseña como una institución, sin serlo.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Tú enseñas. La IA hace lo repetitivo.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Armar exámenes y talleres desde cero, cada semana, quita tiempo de enseñar.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a mano es lento y el feedback a tus estudiantes llega tarde.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WhatsApp, Drive, Forms y Excel: tus clases viven dispersas en cinco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genera, califica y tutoriza con IA —y detecta copia— en una sola plataforma.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Recuperas horas para dar más clases, o simplemente para descansar.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En español, sin instalar nada y lista en minutos. Tu marca, tu aula, tus estudiantes.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necesitas para tus clases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 cursos, sube tu material y organiza el cronograma de clases.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 exámenes, talleres y proyectos con IA, y califícalos automáticamente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que responde a tus estudiantes con base en TU material; detección de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calendario, mensajería, foros, encuestas y Kahoot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 con tu marca, reportes y libro de calificaciones.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UN SOLO PLAN, SIN COMPLICACIONES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Plan Docente Independiente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Todas las funciones de IA incluidas — pensado para un solo docente: tú.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935328" y="1783080"/>
            <a:ext cx="388620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35328" y="1783080"/>
            <a:ext cx="388620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63928" y="20208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Mensual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63928" y="2514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Paga mes a mes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163928" y="286207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</a:rPr>
              <a:t>$10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63928" y="341071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3AED"/>
                </a:solidFill>
              </a:rPr>
              <a:t>Sin contratos. Cancela cuando quieras.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91360" y="3776472"/>
            <a:ext cx="337413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91360" y="39044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Docente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29888" y="39044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1 (tú)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91360" y="42519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Estudiantes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29888" y="4251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Hasta 100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91360" y="459943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Cursos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29888" y="45994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Ilimitados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7016" y="1618488"/>
            <a:ext cx="4032504" cy="3941064"/>
          </a:xfrm>
          <a:prstGeom prst="roundRect">
            <a:avLst>
              <a:gd name="adj" fmla="val 2784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98868" y="149047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MEJOR VALOR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0168" y="1783080"/>
            <a:ext cx="388620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98768" y="20208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Anual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598768" y="2514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Paga una vez al año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98768" y="286207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</a:rPr>
              <a:t>$100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/año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598768" y="341071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59669"/>
                </a:solidFill>
              </a:rPr>
              <a:t>Equivale a $8,33/mes — ahorras 2 meses.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26200" y="3776472"/>
            <a:ext cx="337413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26200" y="39044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Docente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64728" y="39044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1 (tú)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26200" y="42519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Estudiantes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64728" y="4251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Hasta 100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626200" y="459943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Cursos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64728" y="45994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Ilimitados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5650992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68680" y="565099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¿Tu operación crece o sumas más docentes?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Pasa a un plan institucional cuando quieras.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869680" y="5733288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Ver planes 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199632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(USD) — incluyen plataforma, infraestructura y soporte. El API key de IA lo pones tú: con la cuenta gratuita de Gemini suele alcanzar para un docente independiente (su uso de IA no se factura en la suscripción). Ajustar a la política comercial.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 misma potencia que las instituciones, por $10/mes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 ni versión recortada: tienes la plataforma completa.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 con tu marca y reportes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Branding propio y libro de calificaciones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(el plan gratuito de Gemini suele bastar), sin sobrecosto de uso en tu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9D5FF"/>
                </a:solidFill>
                <a:latin typeface="Calibri"/>
              </a:rPr>
              <a:t>MODELO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Controlas el gasto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E9D5FF"/>
                </a:solidFill>
                <a:latin typeface="Calibri"/>
              </a:rPr>
              <a:t>La IA viene incluida. Tú decides cuánto y cuándo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IA en todo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genera y califica tus exámenes, talleres y proyectos; tutor IA para tus estudiantes; detección de copia.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Sin sorpresas de costo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usa tu propia API key (Gemini / OpenAI) sin sobrecosto, o la IA como add-on medido por consumo.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Cola de procesamiento IA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elige modo inmediato o en cola para controlar cuánto corre la IA: gasto predecible.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Alta disponibilidad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claves de respaldo con failover automático.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Míralo en vivo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la generación y la calificación con IA se ven en los videos de demo.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7C3AED"/>
                </a:solidFill>
                <a:latin typeface="Calibri"/>
              </a:rPr>
              <a:t>≈ US$0,06 por estudiante/mes con Gemini Flash  ·  tú pones tu API key (pagas a Google) o la tomas como add-on medido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Enseña con IA. Por el precio de un café a la semana.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$10 al mes. Sin contratos, sin permanencia — cancela cuando quieras.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 — incluida.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Empieza hoy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 Docente Independiente</dc:title>
  <dc:subject>PptxGenJS Presentation</dc:subject>
  <dc:creator>ExamLab</dc:creator>
  <cp:lastModifiedBy>ExamLab</cp:lastModifiedBy>
  <cp:revision>1</cp:revision>
  <dcterms:created xsi:type="dcterms:W3CDTF">2026-06-26T19:48:25Z</dcterms:created>
  <dcterms:modified xsi:type="dcterms:W3CDTF">2026-06-26T19:48:25Z</dcterms:modified>
</cp:coreProperties>
</file>