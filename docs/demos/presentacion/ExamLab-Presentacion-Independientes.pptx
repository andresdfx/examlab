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PARA DOCENTES INDEPENDIENTES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49808" y="3611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</a:rPr>
              <a:t>Tu propia aula con IA — por $10 al mes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Clases particulares, tutorías o tu curso online: enseña como una institución, sin serlo.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EXAMLAB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Tú enseñas. La IA hace lo repetitivo.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Armar exámenes y talleres desde cero, cada semana, quita tiempo de enseñar.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Calificar a mano es lento y el feedback a tus estudiantes llega tarde.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WhatsApp, Drive, Forms y Excel: tus clases viven dispersas en cinco herramientas.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genera, califica y tutoriza con IA —y detecta copia— en una sola plataforma.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Recuperas horas para dar más clases, o simplemente para descansar.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En español, sin instalar nada y lista en minutos. Tu marca, tu aula, tus estudiantes.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Plan Docente Independiente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LA PLATAFORMA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Todo lo que necesitas para tus clases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Crea cursos, sube tu material y organiza el cronograma de clases.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Genera exámenes, talleres y proyectos con IA, y califícalos automáticamente con feedback.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Tutor IA que responde a tus estudiantes con base en TU material; detección de copia.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Asistencia con QR, calendario, mensajería, foros, encuestas y Kahoot en vivo.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Certificados con tu marca, reportes y libro de calificaciones.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Plan Docente Independiente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UN SOLO PLAN, SIN COMPLICACIONES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Plan Docente Independiente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Todas las funciones de IA incluidas — pensado para un solo docente: tú.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935328" y="1783080"/>
            <a:ext cx="388620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328" y="1783080"/>
            <a:ext cx="388620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2163928" y="2020824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Mensual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163928" y="2514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Paga mes a mes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163928" y="2862072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</a:rPr>
              <a:t>$10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163928" y="3410712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3AED"/>
                </a:solidFill>
              </a:rPr>
              <a:t>Sin contratos. Cancela cuando quieras.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91360" y="3776472"/>
            <a:ext cx="337413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1360" y="390448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Docente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29888" y="3904488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1 (tú)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191360" y="425196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Estudiantes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29888" y="425196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Hasta 100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91360" y="459943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Cursos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29888" y="45994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Ilimitados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97016" y="1618488"/>
            <a:ext cx="4032504" cy="3941064"/>
          </a:xfrm>
          <a:prstGeom prst="roundRect">
            <a:avLst>
              <a:gd name="adj" fmla="val 2784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98868" y="1490472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MEJOR VALOR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0168" y="1783080"/>
            <a:ext cx="3886200" cy="1097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2" name="Text 20"/>
          <p:cNvSpPr/>
          <p:nvPr/>
        </p:nvSpPr>
        <p:spPr>
          <a:xfrm>
            <a:off x="6598768" y="2020824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Anual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598768" y="2514600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Paga una vez al año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98768" y="2862072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</a:rPr>
              <a:t>$100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/año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598768" y="3410712"/>
            <a:ext cx="3429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59669"/>
                </a:solidFill>
              </a:rPr>
              <a:t>Equivale a $8,33/mes — ahorras 2 meses.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26200" y="3776472"/>
            <a:ext cx="337413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26200" y="390448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Docente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564728" y="3904488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1 (tú)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626200" y="425196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Estudiantes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64728" y="425196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Hasta 100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626200" y="459943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Cursos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64728" y="45994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E1B4B"/>
                </a:solidFill>
              </a:rPr>
              <a:t>Ilimitados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5650992"/>
            <a:ext cx="11183112" cy="45720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/>
        </p:spPr>
      </p:sp>
      <p:sp>
        <p:nvSpPr>
          <p:cNvPr id="34" name="Text 32"/>
          <p:cNvSpPr/>
          <p:nvPr/>
        </p:nvSpPr>
        <p:spPr>
          <a:xfrm>
            <a:off x="868680" y="5650992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¿Tu operación crece o sumas más docentes?  </a:t>
            </a:r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Pasa a un plan institucional cuando quieras.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869680" y="5733288"/>
            <a:ext cx="2651760" cy="292608"/>
          </a:xfrm>
          <a:prstGeom prst="roundRect">
            <a:avLst>
              <a:gd name="adj" fmla="val 25000"/>
            </a:avLst>
          </a:prstGeom>
          <a:solidFill>
            <a:srgbClr val="FACC1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Ver planes →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6199632"/>
            <a:ext cx="11155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Precios de referencia (USD) — incluyen plataforma, infraestructura y soporte. El API key de IA lo pones tú: con la cuenta gratuita de Gemini suele alcanzar para un docente independiente (su uso de IA no se factura en la suscripción). Ajustar a la política comercial.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Plan Docente Independiente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9D5FF"/>
                </a:solidFill>
              </a:rPr>
              <a:t>TODO INCLUIDO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La misma potencia que las instituciones, por $10/mes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D5FF"/>
                </a:solidFill>
              </a:rPr>
              <a:t>Sin funciones bloqueadas ni versión recortada: tienes la plataforma completa.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Cursos, cronograma y tablero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Exámenes, talleres y proyectos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2412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evaluaciones con 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412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contenido (PPTX/guías) con 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Calificación automática con retroalimentación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Tutor IA del curso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412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Detección de copia / antifraude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412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Banco de preguntas reutilizable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Asistencia con QR (auto check-in)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Sincronización con Google/Microsoft Calendar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Mensajería, foros y difusión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Encuestas y Kahoot en vivo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8484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Certificados con tu marca y reportes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Ejecución de código (Java/Python) en línea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Branding propio y libro de calificaciones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Notificaciones en la app y push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98932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8680" y="598932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>El API key de IA lo pones tú: usas tu propia cuenta (el plan gratuito de Gemini suele bastar), sin sobrecosto de uso en tu suscripción.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Plan Docente Independiente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Enseña con IA. Por el precio de un café a la semana.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$10 al mes. Sin contratos, sin permanencia — cancela cuando quieras.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49808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✨  IA para generar, calificar, tutorizar y detectar copia — incluida.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Empieza hoy · ExamLab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Plan Docente Independiente</dc:title>
  <dc:subject>PptxGenJS Presentation</dc:subject>
  <dc:creator>ExamLab</dc:creator>
  <cp:lastModifiedBy>ExamLab</cp:lastModifiedBy>
  <cp:revision>1</cp:revision>
  <dcterms:created xsi:type="dcterms:W3CDTF">2026-06-26T19:48:25Z</dcterms:created>
  <dcterms:modified xsi:type="dcterms:W3CDTF">2026-06-26T19:48:25Z</dcterms:modified>
</cp:coreProperties>
</file>