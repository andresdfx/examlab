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ExamLab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49808" y="36118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7D2FE"/>
                </a:solidFill>
              </a:rPr>
              <a:t>La plataforma educativa con IA — planes para tu institución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49808" y="4206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5B4FC"/>
                </a:solidFill>
              </a:rPr>
              <a:t>Pequeña, mediana o grande: hay un plan a tu medida.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E0E7FF"/>
                </a:solidFill>
              </a:rPr>
              <a:t>PROPUESTA COMERCIAL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POR QUÉ EXAMLAB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Tus docentes pierden horas armando y calificando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Crear exámenes, talleres y proyectos consume tiempo cada semana.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Calificar entregas a mano es lento y poco trazable.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El material de clase y el seguimiento quedan dispersos en varias herramientas.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ExamLab automatiza con IA lo repetitivo: generar, calificar, tutorizar y detectar copia.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Resultado: tus docentes recuperan horas y tu institución gana control.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4864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300" i="1" dirty="0">
                <a:solidFill>
                  <a:srgbClr val="1E1B4B"/>
                </a:solidFill>
              </a:rPr>
              <a:t>Una sola plataforma, en español, lista para tu institución — sin instalar nada.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011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LA PLATAFORMA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Todo lo que tu institución necesita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Cursos, cronograma y contenidos; exámenes, talleres y proyectos.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Generación de evaluaciones y material con IA, y calificación automática con feedback.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059669"/>
                </a:solidFill>
              </a:rPr>
              <a:t>Tutor IA del curso y detección de copia entre estudiantes.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Asistencia con QR, calendario sincronizado, mensajería, foros y encuestas en vivo.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E1B4B"/>
                </a:solidFill>
              </a:rPr>
              <a:t>Certificados, reportes, libro de calificaciones y auditoría — multi-institución.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0E7FF"/>
                </a:solidFill>
              </a:rPr>
              <a:t>PLANES DE SUSCRIPCIÓN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</a:rPr>
              <a:t>Un plan para cada tamaño de institución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Mismas funciones en todos los planes — solo cambia la cantidad de usuarios.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25880"/>
            <a:ext cx="361188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Esencial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207568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pequeña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4231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C3AED"/>
                </a:solidFill>
              </a:rPr>
              <a:t>$99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58952" y="30632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514600" y="30632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250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514600" y="3474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" y="3886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514600" y="38862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58952" y="434340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453128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251960" y="1161288"/>
            <a:ext cx="3758184" cy="4535424"/>
          </a:xfrm>
          <a:prstGeom prst="roundRect">
            <a:avLst>
              <a:gd name="adj" fmla="val 2920"/>
            </a:avLst>
          </a:prstGeom>
          <a:solidFill>
            <a:srgbClr val="ECFDF5"/>
          </a:solidFill>
          <a:ln w="317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38100" dir="16200000">
              <a:srgbClr val="A7F3D0">
                <a:alpha val="7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16652" y="886968"/>
            <a:ext cx="1828800" cy="329184"/>
          </a:xfrm>
          <a:prstGeom prst="roundRect">
            <a:avLst>
              <a:gd name="adj" fmla="val 22222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POPULAR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25112" y="1325880"/>
            <a:ext cx="3611880" cy="1097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2" name="Text 20"/>
          <p:cNvSpPr/>
          <p:nvPr/>
        </p:nvSpPr>
        <p:spPr>
          <a:xfrm>
            <a:off x="4553712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Profesional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53712" y="207568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mediana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53712" y="24231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59669"/>
                </a:solidFill>
              </a:rPr>
              <a:t>$299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4581144" y="30632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336792" y="30632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1.500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81144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336792" y="3474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40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81144" y="3886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336792" y="38862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81144" y="434340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99432" y="4453128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47304" y="13258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47304" y="1325880"/>
            <a:ext cx="3611880" cy="109728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5" name="Text 33"/>
          <p:cNvSpPr/>
          <p:nvPr/>
        </p:nvSpPr>
        <p:spPr>
          <a:xfrm>
            <a:off x="8375904" y="158191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B4B"/>
                </a:solidFill>
              </a:rPr>
              <a:t>Institucional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8375904" y="207568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</a:rPr>
              <a:t>Institución grande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375904" y="242316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46E5"/>
                </a:solidFill>
              </a:rPr>
              <a:t>$1.000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  /mes</a:t>
            </a:r>
            <a:endParaRPr lang="en-US" sz="3200" dirty="0"/>
          </a:p>
        </p:txBody>
      </p:sp>
      <p:sp>
        <p:nvSpPr>
          <p:cNvPr id="38" name="Text 36"/>
          <p:cNvSpPr/>
          <p:nvPr/>
        </p:nvSpPr>
        <p:spPr>
          <a:xfrm>
            <a:off x="8403336" y="30632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Estudiantes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158984" y="30632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5.000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403336" y="3474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Docentes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0158984" y="3474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Hasta 150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403336" y="3886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</a:rPr>
              <a:t>Administradores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158984" y="38862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8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403336" y="4343400"/>
            <a:ext cx="3099816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21624" y="4453128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Todas las funciones incluidas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Sin límite de cursos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334155"/>
                </a:solidFill>
              </a:rPr>
              <a:t>Soporte incluido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623560"/>
            <a:ext cx="11183112" cy="530352"/>
          </a:xfrm>
          <a:prstGeom prst="roundRect">
            <a:avLst>
              <a:gd name="adj" fmla="val 17241"/>
            </a:avLst>
          </a:prstGeom>
          <a:solidFill>
            <a:srgbClr val="1E1B4B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5623560"/>
            <a:ext cx="78638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¿Más de 5.000 estudiantes?  </a:t>
            </a:r>
            <a:pPr indent="0" marL="0">
              <a:buNone/>
            </a:pPr>
            <a:r>
              <a:rPr lang="en-US" sz="1250" dirty="0">
                <a:solidFill>
                  <a:srgbClr val="E0E7FF"/>
                </a:solidFill>
              </a:rPr>
              <a:t>Diseñamos un plan a la medida para tu institución.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8869680" y="5705856"/>
            <a:ext cx="2651760" cy="365760"/>
          </a:xfrm>
          <a:prstGeom prst="roundRect">
            <a:avLst>
              <a:gd name="adj" fmla="val 20000"/>
            </a:avLst>
          </a:prstGeom>
          <a:solidFill>
            <a:srgbClr val="FACC1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1B4B"/>
                </a:solidFill>
              </a:rPr>
              <a:t>Contáctanos →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2920" y="621792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Precios de referencia (USD/mes) — incluyen plataforma, infraestructura y soporte. El API key de IA lo provee la institución (su uso de IA no se factura en la suscripción). Más de 5.000 estudiantes: plan a la medida con el equipo de ventas. Ajustar a la política comercial.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46E5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234440"/>
            <a:ext cx="12191695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9D5FF"/>
                </a:solidFill>
              </a:rPr>
              <a:t>TODO INCLUIDO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42062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Todas las funciones, en todos los planes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D5FF"/>
                </a:solidFill>
              </a:rPr>
              <a:t>Sin funciones bloqueadas: la única diferencia entre planes es la cantidad de usuarios.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Cursos, cronograma y tablero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Exámenes, talleres y proyectos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2412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evaluaciones con 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Generación de contenido (PPTX/guías) con IA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2412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Calificación automática con retroalimentación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Tutor IA del curso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Detección de copia / antifraude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2412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Banco de preguntas reutilizable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160020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784848" y="160020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Asistencia con QR (auto check-in)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07568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84848" y="207568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Sincronización con Google/Microsoft Calendar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255117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84848" y="255117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Mensajería, foros y difusión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3026664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84848" y="3026664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Encuestas y Kahoot en vivo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502152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84848" y="3502152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Certificados, reportes y libro de calificaciones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0" y="3977640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977640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Ejecución de código (Java/Python) en línea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00800" y="4453128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4453128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Multi-sede, branding y auditoría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00800" y="4928616"/>
            <a:ext cx="3657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784848" y="4928616"/>
            <a:ext cx="5102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B4B"/>
                </a:solidFill>
              </a:rPr>
              <a:t>Notificaciones en la app y push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5989320"/>
            <a:ext cx="10881360" cy="566928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8680" y="598932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✨  </a:t>
            </a:r>
            <a:pPr indent="0" marL="0">
              <a:buNone/>
            </a:pPr>
            <a:r>
              <a:rPr lang="en-US" sz="1250" i="1" dirty="0">
                <a:solidFill>
                  <a:srgbClr val="1E1B4B"/>
                </a:solidFill>
              </a:rPr>
              <a:t>El API key de IA lo pones tú: usas tu propia cuenta de IA, sin sobrecosto de uso en la suscripción.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ExamLab · Plataforma educativa con 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54710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11680"/>
            <a:ext cx="12191695" cy="7315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Dale tiempo a tus docentes. Control a tu institución.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2FE"/>
                </a:solidFill>
              </a:rPr>
              <a:t>Empieza con el plan que se ajusta a tu tamaño y crece cuando lo necesites.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9808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</a:rPr>
              <a:t>✨  IA para generar, calificar, tutorizar y detectar copia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Solicita una demo · ExamLab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ExamLab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ExamLab — Planes y propuesta comercial</dc:title>
  <dc:subject>PptxGenJS Presentation</dc:subject>
  <dc:creator>ExamLab</dc:creator>
  <cp:lastModifiedBy>ExamLab</cp:lastModifiedBy>
  <cp:revision>1</cp:revision>
  <dcterms:created xsi:type="dcterms:W3CDTF">2026-06-13T15:59:06Z</dcterms:created>
  <dcterms:modified xsi:type="dcterms:W3CDTF">2026-06-13T15:59:06Z</dcterms:modified>
</cp:coreProperties>
</file>