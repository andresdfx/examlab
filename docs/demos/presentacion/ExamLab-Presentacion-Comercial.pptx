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planes para tu institución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Pequeña, mediana o grande: hay un plan a tu medida.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Resultado: tus docentes recuperan horas y tu institución gana control.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Una sola plataforma, en español, lista para tu institución — sin instalar nada.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tu institución necesita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Cursos, cronograma y contenidos; exámenes, talleres y proyectos.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Generación de evaluaciones y material con IA, y calificación automática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del curso y detección de copia entre estudiantes.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 sincronizado, mensajería, foros y encuestas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Certificados, reportes, libro de calificaciones y auditoría — multi-institución.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Un plan para cada tamaño de institución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Mismas funciones en todos los planes — solo cambia la cantidad de usuarios.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6916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514600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146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1460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51960" y="1527048"/>
            <a:ext cx="3758184" cy="41239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16652" y="139903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6916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2" name="Text 20"/>
          <p:cNvSpPr/>
          <p:nvPr/>
        </p:nvSpPr>
        <p:spPr>
          <a:xfrm>
            <a:off x="4553712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3712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$299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581144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336792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81144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36792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1144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81144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99432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47304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47304" y="16916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Text 33"/>
          <p:cNvSpPr/>
          <p:nvPr/>
        </p:nvSpPr>
        <p:spPr>
          <a:xfrm>
            <a:off x="8375904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75904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75904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$1.000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8403336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58984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5.000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03336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158984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100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403336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58984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403336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21624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705856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570585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¿Más de 5.000 estudiantes?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Diseñamos un plan a la medida para tu institución.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69680" y="5788152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Contáctanos →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2920" y="621792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(USD/mes) — incluyen plataforma, infraestructura y soporte. El API key de IA lo provee la institución (su uso de IA no se factura en la suscripción). Más de 5.000 estudiantes: plan a la medida con el equipo de ventas. Ajustar a la política comercial.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Todas las funciones, en todos los planes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bloqueadas: la única diferencia entre planes es la cantidad de usuarios.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Certificados, reportes y libro de calificaciones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Multi-sede, branding y auditoría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El API key de IA lo pones tú: usas tu propia cuenta de IA, sin sobrecosto de uso en la suscripción.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Empieza con el plan que se ajusta a tu tamaño y crece cuando lo necesites.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demo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2026-06-13T16:12:11Z</dcterms:created>
  <dcterms:modified xsi:type="dcterms:W3CDTF">2026-06-13T16:12:11Z</dcterms:modified>
</cp:coreProperties>
</file>