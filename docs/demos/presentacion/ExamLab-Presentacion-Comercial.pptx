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planes para tu institución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Pequeña, mediana o grande: hay un plan a tu medida.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Resultado: tus docentes recuperan horas y tu institución gana control.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Una sola plataforma, en español, lista para tu institución — sin instalar nada.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tu institución necesita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Cursos, cronograma y contenidos; exámenes, talleres y proyectos.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Generación de evaluaciones y material con IA, y calificación automática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del curso y detección de copia entre estudiantes.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 sincronizado, mensajería, foros y encuestas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Certificados, reportes, libro de calificaciones y auditoría — multi-institución.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Mismas funciones en todos los planes — solo cambia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6916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527048"/>
            <a:ext cx="3758184" cy="41239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16652" y="139903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6916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53712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$299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99432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47304" y="16916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375904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$1.000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100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421624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705856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68680" y="570585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¿Más de 5.000 estudiantes?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Diseñamos un plan a la medida para tu institución.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69680" y="5788152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Contáctanos →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2920" y="621792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(USD/mes) — incluyen plataforma, infraestructura y soporte. El API key de IA lo provee la institución (su uso de IA no se factura en la suscripción). Más de 5.000 estudiantes: plan a la medida con el equipo de ventas. Ajustar a la política comercial.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Reto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de IA, sin sobrecosto de uso en la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9D5FF"/>
                </a:solidFill>
                <a:latin typeface="Calibri"/>
              </a:rPr>
              <a:t>MODELO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Controlas el gasto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E9D5FF"/>
                </a:solidFill>
                <a:latin typeface="Calibri"/>
              </a:rPr>
              <a:t>La IA viene incluida en todos los planes. Tú decides cuánto y cuándo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IA en todo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genera y califica exámenes, talleres y proyectos; tutor IA para estudiantes; asistente IA de plataforma; detección de copia.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Sin sorpresas de costo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usa tu propia API key (Gemini / OpenAI) sin sobrecosto, o inclúyela como add-on medido por consumo.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Cola de procesamiento IA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elige modo inmediato o en cola para controlar cuándo y cuánto corre la IA: gasto predecible, sin bloquear la plataforma.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Alta disponibilidad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claves de respaldo con failover automático: la IA no se cae si una clave agota su cuota.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Míralo en vivo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la generación y la calificación con IA se ven en los videos de demo por rol.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7C3AED"/>
                </a:solidFill>
                <a:latin typeface="Calibri"/>
              </a:rPr>
              <a:t>≈ US$0,06 por estudiante/mes con Gemini Flash  ·  almacenamiento incluido  ·  separación dedicada por institución para regulación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Empieza con el plan que se ajusta a tu tamaño y crece cuando lo necesites.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demo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2026-06-13T16:12:11Z</dcterms:created>
  <dcterms:modified xsi:type="dcterms:W3CDTF">2026-06-13T16:12:11Z</dcterms:modified>
</cp:coreProperties>
</file>