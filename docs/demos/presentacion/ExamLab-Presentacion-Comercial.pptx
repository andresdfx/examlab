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ExamLab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49808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</a:rPr>
              <a:t>La plataforma educativa con IA — planes para tu institución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</a:rPr>
              <a:t>Pequeña, mediana o grande: hay un plan a tu medida.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0E7FF"/>
                </a:solidFill>
              </a:rPr>
              <a:t>PROPUESTA COMERCIAL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POR QUÉ EXAMLAB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Tus docentes pierden horas armando y calificando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Crear exámenes, talleres y proyectos consume tiempo cada semana.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Calificar entregas a mano es lento y poco trazable.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El material de clase y el seguimiento quedan dispersos en varias herramientas.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ExamLab automatiza con IA lo repetitivo: generar, calificar, tutorizar y detectar copia.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Resultado: tus docentes recuperan horas y tu institución gana control.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✨  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</a:rPr>
              <a:t>Una sola plataforma, en español, lista para tu institución — sin instalar nada.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Plataforma educativa con 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LA PLATAFORMA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Todo lo que tu institución necesita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Cursos, cronograma y contenidos; exámenes, talleres y proyectos.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Generación de evaluaciones y material con IA, y calificación automática con feedback.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Tutor IA del curso y detección de copia entre estudiantes.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Asistencia con QR, calendario sincronizado, mensajería, foros y encuestas en vivo.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Certificados, reportes, libro de calificaciones y auditoría — multi-institución.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Plataforma educativa con 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PLANES DE SUSCRIPCIÓN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Un plan para cada tamaño de institución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</a:rPr>
              <a:t>Mismas funciones en todos los planes — solo cambia la cantidad de usuarios.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361188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476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Esencial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Institución pequeña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$99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 /mes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58952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Estudiantes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1460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250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Docentes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146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Administradores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146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" y="4434840"/>
            <a:ext cx="30998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44568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Todas las funciones incluidas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Sin límite de cursos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Soporte incluido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51960" y="1527048"/>
            <a:ext cx="3758184" cy="4123944"/>
          </a:xfrm>
          <a:prstGeom prst="roundRect">
            <a:avLst>
              <a:gd name="adj" fmla="val 2920"/>
            </a:avLst>
          </a:prstGeom>
          <a:solidFill>
            <a:srgbClr val="ECFDF5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38100" dir="16200000">
              <a:srgbClr val="A7F3D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6652" y="139903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MÁS POPULAR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1691640"/>
            <a:ext cx="361188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553712" y="19476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Profesional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53712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Institución mediana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53712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</a:rPr>
              <a:t>$299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 /mes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581144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Estudiantes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36792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1.500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81144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Docentes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36792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20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81144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Administradores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36792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81144" y="4434840"/>
            <a:ext cx="30998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4544568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Todas las funciones incluidas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Sin límite de cursos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Soporte incluido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47304" y="16916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47304" y="1691640"/>
            <a:ext cx="36118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8375904" y="19476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Institucional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375904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Institución grande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75904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</a:rPr>
              <a:t>$1.000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 /mes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8403336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Estudiantes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158984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5.000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03336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Docentes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158984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100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03336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Administradores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158984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403336" y="4434840"/>
            <a:ext cx="30998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21624" y="4544568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Todas las funciones incluidas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Sin límite de cursos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Soporte incluido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5705856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57058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¿Más de 5.000 estudiantes?  </a:t>
            </a:r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</a:rPr>
              <a:t>Diseñamos un plan a la medida para tu institución.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869680" y="5788152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Contáctanos →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2920" y="621792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Precios de referencia (USD/mes) — incluyen plataforma, infraestructura y soporte. El API key de IA lo provee la institución (su uso de IA no se factura en la suscripción). Más de 5.000 estudiantes: plan a la medida con el equipo de ventas. Ajustar a la política comercial.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Plataforma educativa con IA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9D5FF"/>
                </a:solidFill>
              </a:rPr>
              <a:t>TODO INCLUIDO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Todas las funciones, en todos los planes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D5FF"/>
                </a:solidFill>
              </a:rPr>
              <a:t>Sin funciones bloqueadas: la única diferencia entre planes es la cantidad de usuarios.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60020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Cursos, cronograma y tablero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207568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Exámenes, talleres y proyectos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511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55117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Generación de evaluaciones con 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266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3026664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Generación de contenido (PPTX/guías) con 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0215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3502152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Calificación automática con retroalimentación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97764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Tutor IA del curso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4531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445312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Detección de copia / antifraude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92861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492861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Banco de preguntas reutilizable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16002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4848" y="160020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Asistencia con QR (auto check-in)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207568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84848" y="207568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Sincronización con Google/Microsoft Calendar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25511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84848" y="255117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Mensajería, foros y difusión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0266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84848" y="3026664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Encuestas y Kahoot en vivo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350215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84848" y="3502152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Certificados, reportes y libro de calificaciones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397764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397764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Ejecución de código (Java/Python) en línea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44531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445312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Multi-sede, branding y auditoría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492861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492861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Notificaciones en la app y push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59893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98932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✨  </a:t>
            </a:r>
            <a:pPr indent="0" marL="0">
              <a:buNone/>
            </a:pPr>
            <a:r>
              <a:rPr lang="en-US" sz="1250" i="1" dirty="0">
                <a:solidFill>
                  <a:srgbClr val="1E1B4B"/>
                </a:solidFill>
              </a:rPr>
              <a:t>El API key de IA lo pones tú: usas tu propia cuenta de IA, sin sobrecosto de uso en la suscripción.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Plataforma educativa con IA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Dale tiempo a tus docentes. Control a tu institución.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9808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FE"/>
                </a:solidFill>
              </a:rPr>
              <a:t>Empieza con el plan que se ajusta a tu tamaño y crece cuando lo necesites.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9808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✨  IA para generar, calificar, tutorizar y detectar copia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Solicita una demo · ExamLab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9D5FF"/>
                </a:solidFill>
                <a:latin typeface="Calibri"/>
              </a:rPr>
              <a:t>MODELO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Controlas el gasto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E9D5FF"/>
                </a:solidFill>
                <a:latin typeface="Calibri"/>
              </a:rPr>
              <a:t>La IA viene incluida en todos los planes. Tú decides cuánto y cuándo se usa.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IA en todo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genera y califica exámenes, talleres y proyectos; tutor IA para estudiantes; asistente IA de plataforma; detección de copia.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Sin sorpresas de costo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usa tu propia API key (Gemini / OpenAI) sin sobrecosto, o inclúyela como add-on medido por consumo.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Cola de procesamiento IA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elige modo inmediato o en cola para controlar cuándo y cuánto corre la IA: gasto predecible, sin bloquear la plataforma.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Alta disponibilidad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claves de respaldo con failover automático: la IA no se cae si una clave agota su cuota.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Míralo en vivo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la generación y la calificación con IA se ven en los videos de demo por 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ExamLab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ExamLab — Planes y propuesta comercial</dc:title>
  <dc:subject>PptxGenJS Presentation</dc:subject>
  <dc:creator>ExamLab</dc:creator>
  <cp:lastModifiedBy>ExamLab</cp:lastModifiedBy>
  <cp:revision>1</cp:revision>
  <dcterms:created xsi:type="dcterms:W3CDTF">2026-06-13T16:12:11Z</dcterms:created>
  <dcterms:modified xsi:type="dcterms:W3CDTF">2026-06-13T16:12:11Z</dcterms:modified>
</cp:coreProperties>
</file>