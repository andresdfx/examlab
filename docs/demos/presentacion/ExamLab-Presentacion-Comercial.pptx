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13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La plataforma educativa con IA — planes para tu institución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Pequeña, mediana o grande: hay un plan a tu medida.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PROPUESTA COMERCIAL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Tus docentes pierden horas armando y calificando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Crear exámenes, talleres y proyectos consume tiempo cada semana.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entregas a mano es lento y poco trazable.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El material de clase y el seguimiento quedan dispersos en varias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automatiza con IA lo repetitivo: generar, calificar, tutorizar y detectar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Resultado: tus docentes recuperan horas y tu institución gana control.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Una sola plataforma, en español, lista para tu institución — sin instalar nada.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LA PLATAFORMA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Todo lo que tu institución necesita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Cursos, cronograma y contenidos; exámenes, talleres y proyectos.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Generación de evaluaciones y material con IA, y calificación automática con feedback.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Tutor IA del curso y detección de copia entre estudiantes.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Asistencia con QR, calendario sincronizado, mensajería, foros y encuestas en vivo.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Certificados, reportes, libro de calificaciones y auditoría — multi-institución.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PLANES DE SUSCRIPCIÓN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Un plan para cada tamaño de institución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Mismas funciones en todos los planes — solo cambia la cantidad de usuarios.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69164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Esencial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pequeña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</a:rPr>
              <a:t>$99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58952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514600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250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14600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14600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51960" y="1527048"/>
            <a:ext cx="3758184" cy="412394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216652" y="1399032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POPULAR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25112" y="169164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53712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Profesional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53712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mediana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53712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9669"/>
                </a:solidFill>
              </a:rPr>
              <a:t>$299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581144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336792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1.500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81144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336792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81144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336792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81144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599432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47304" y="169164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147304" y="169164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375904" y="194767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Institucional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375904" y="244144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grande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375904" y="27889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46E5"/>
                </a:solidFill>
              </a:rPr>
              <a:t>$1.000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38" name="Text 36"/>
          <p:cNvSpPr/>
          <p:nvPr/>
        </p:nvSpPr>
        <p:spPr>
          <a:xfrm>
            <a:off x="8403336" y="3291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158984" y="3291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5.000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403336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158984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100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403336" y="4023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158984" y="4023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8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403336" y="443484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421624" y="454456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705856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1E1B4B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68680" y="5705856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¿Más de 5.000 estudiantes?  </a:t>
            </a:r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Diseñamos un plan a la medida para tu institución.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869680" y="5788152"/>
            <a:ext cx="2651760" cy="292608"/>
          </a:xfrm>
          <a:prstGeom prst="roundRect">
            <a:avLst>
              <a:gd name="adj" fmla="val 25000"/>
            </a:avLst>
          </a:prstGeom>
          <a:solidFill>
            <a:srgbClr val="FACC1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Contáctanos →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2920" y="621792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Precios de referencia (USD/mes) — incluyen plataforma, infraestructura y soporte. El API key de IA lo provee la institución (su uso de IA no se factura en la suscripción). Más de 5.000 estudiantes: plan a la medida con el equipo de ventas. Ajustar a la política comercial.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182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TODO INCLUIDO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Todas las funciones, en todos los planes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D5FF"/>
                </a:solidFill>
              </a:rPr>
              <a:t>Sin funciones bloqueadas: la única diferencia entre planes es la cantidad de usuarios.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Cursos, cronograma y tablero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Exámenes, talleres y proyectos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evaluaciones con 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contenido (PPTX/guías) con 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Calificación automática con retroalimentación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Tutor IA del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Detección de copia / antifraude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Banco de preguntas reutilizable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Asistencia con QR (auto check-in)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Sincronización con Google/Microsoft Calendar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Mensajería, foros y difusión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Encuestas y Kahoot en vivo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8484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Certificados, reportes y libro de calificaciones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Ejecución de código (Java/Python) en línea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Multi-sede, branding y auditoría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Notificaciones en la app y push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68680" y="598932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El API key de IA lo pones tú: usas tu propia cuenta de IA, sin sobrecosto de uso en la suscripción.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9D5FF"/>
                </a:solidFill>
                <a:latin typeface="Calibri"/>
              </a:rPr>
              <a:t>MODELO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Controlas el gasto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E9D5FF"/>
                </a:solidFill>
                <a:latin typeface="Calibri"/>
              </a:rPr>
              <a:t>La IA viene incluida en todos los planes. Tú decides cuánto y cuándo se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IA en todo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genera y califica exámenes, talleres y proyectos; tutor IA para estudiantes; asistente IA de plataforma; detección de copia.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Sin sorpresas de costo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usa tu propia API key (Gemini / OpenAI) sin sobrecosto, o inclúyela como add-on medido por consumo.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Cola de procesamiento IA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elige modo inmediato o en cola para controlar cuándo y cuánto corre la IA: gasto predecible, sin bloquear la plataforma.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Alta disponibilidad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claves de respaldo con failover automático: la IA no se cae si una clave agota su cuota.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 b="1">
                <a:solidFill>
                  <a:srgbClr val="059669"/>
                </a:solidFill>
                <a:latin typeface="Calibri"/>
              </a:rPr>
              <a:t>✓  </a:t>
            </a:r>
            <a:r>
              <a:rPr sz="1500" b="1">
                <a:solidFill>
                  <a:srgbClr val="1F2937"/>
                </a:solidFill>
                <a:latin typeface="Calibri"/>
              </a:rPr>
              <a:t>Míralo en vivo</a:t>
            </a:r>
            <a:r>
              <a:rPr sz="1500" b="0">
                <a:solidFill>
                  <a:srgbClr val="4B5563"/>
                </a:solidFill>
                <a:latin typeface="Calibri"/>
              </a:rPr>
              <a:t> — la generación y la calificación con IA se ven en los videos de demo por rol.</a:t>
            </a:r>
          </a:p>
          <a:p>
            <a:pPr>
              <a:spcBef>
                <a:spcPts val="1400"/>
              </a:spcBef>
            </a:pPr>
            <a:r>
              <a:rPr sz="1350" b="1">
                <a:solidFill>
                  <a:srgbClr val="7C3AED"/>
                </a:solidFill>
                <a:latin typeface="Calibri"/>
              </a:rPr>
              <a:t>≈ US$0,06 por estudiante/mes con Gemini Flash  ·  almacenamiento incluido  ·  separación dedicada por institución para regulación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Dale tiempo a tus docentes. Control a tu institución.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Empieza con el plan que se ajusta a tu tamaño y crece cuando lo necesites.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Solicita una demo · 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Planes y propuesta comercial</dc:title>
  <dc:subject>PptxGenJS Presentation</dc:subject>
  <dc:creator>ExamLab</dc:creator>
  <cp:lastModifiedBy>ExamLab</cp:lastModifiedBy>
  <cp:revision>1</cp:revision>
  <dcterms:created xsi:type="dcterms:W3CDTF">2026-06-13T16:12:11Z</dcterms:created>
  <dcterms:modified xsi:type="dcterms:W3CDTF">2026-06-13T16:12:11Z</dcterms:modified>
</cp:coreProperties>
</file>