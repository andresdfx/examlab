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planes para tu institución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Pequeña, mediana o grande: hay un plan a tu medida.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Resultado: tus docentes recuperan horas y tu institución gana control.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Una sola plataforma, en español, lista para tu institución — sin instalar nada.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tu institución necesita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Cursos, cronograma y contenidos; exámenes, talleres y proyectos.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Generación de evaluaciones y material con IA, y calificación automática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del curso y detección de copia entre estudiantes.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 sincronizado, mensajería, foros y encuestas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Certificados, reportes, libro de calificaciones y auditoría — multi-institución.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Un plan para cada tamaño de institución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611880" cy="480060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2588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58952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14600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8952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514600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58952" y="4069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514600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" y="45720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0916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IA: generar y calificar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Asistencia con QR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Mensajería y foros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51960" y="1161288"/>
            <a:ext cx="3758184" cy="512978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216652" y="886968"/>
            <a:ext cx="1828800" cy="329184"/>
          </a:xfrm>
          <a:prstGeom prst="roundRect">
            <a:avLst>
              <a:gd name="adj" fmla="val 22222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25112" y="132588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4553712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53712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53712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$299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581144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36792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81144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36792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80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81144" y="4069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336792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6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81144" y="45720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99432" y="470916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Todo lo de Esencial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Tutor IA + antifraude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Calendario + reportes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147304" y="1325880"/>
            <a:ext cx="3611880" cy="480060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47304" y="132588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Text 32"/>
          <p:cNvSpPr/>
          <p:nvPr/>
        </p:nvSpPr>
        <p:spPr>
          <a:xfrm>
            <a:off x="8375904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75904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75904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$699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8403336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0158984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6.000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403336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0158984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300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403336" y="4069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10158984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12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403336" y="45720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21624" y="470916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Todo lo de Profesional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Multi-sede + branding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prioritario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Valores de referencia (USD) — ajustar a la política comercial. Capacidad por institución.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COMPARATIVA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Qué incluye cada plan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1338560" cy="45720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258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Característica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Esencial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5820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Profesional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33272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Institucional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Cursos, exámenes, talleres y proyectos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5820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33272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11338560" cy="45720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2402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IA: generación de evaluaciones y contenido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5820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3272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2697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IA: calificación automática con feedback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5820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33272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154680"/>
            <a:ext cx="11338560" cy="45720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154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Asistencia con QR y mensajería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5820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33272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6118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Tutor IA del curso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582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33272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069080"/>
            <a:ext cx="11338560" cy="45720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40690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Antifraude (detección de copia)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8368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45820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33272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45262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Sincronización de calendario y reportes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—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5820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33272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983480"/>
            <a:ext cx="11338560" cy="45720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4983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Multi-sede, branding y auditoría avanzada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83680" y="4983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—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458200" y="4983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—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332720" y="4983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</a:rPr>
              <a:t>✓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</a:rPr>
              <a:t>Soporte prioritario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0" y="5440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4B"/>
                </a:solidFill>
              </a:rPr>
              <a:t>Email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458200" y="5440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4B"/>
                </a:solidFill>
              </a:rPr>
              <a:t>Email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332720" y="5440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4B"/>
                </a:solidFill>
              </a:rPr>
              <a:t>Prioritario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Empieza con el plan que se ajusta a tu tamaño y crece cuando lo necesites.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demo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2026-06-13T07:14:02Z</dcterms:created>
  <dcterms:modified xsi:type="dcterms:W3CDTF">2026-06-13T07:14:02Z</dcterms:modified>
</cp:coreProperties>
</file>