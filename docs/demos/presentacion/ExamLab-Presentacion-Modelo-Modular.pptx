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5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EXAMLAB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Modelo modular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Un plan base por tamaño + add-ons a la carta. Sin versión gratuita: pagas por lo que usas.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CÓMO SE ARMA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libri"/>
              </a:rPr>
              <a:t>Dos capas: un plan base + los add-ons que necesites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5486400" cy="402336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1B4B"/>
                </a:solidFill>
                <a:latin typeface="Calibri"/>
              </a:rPr>
              <a:t>1 · Plan base (obligatorio)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Según tus MATRÍCULAS activas. Define escala, storage y soporte.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• Pequeña — hasta 1.000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• Mediana — hasta 3.000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• Grande — hasta 10.000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• Enterprise — a medida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• (Starter $79 solo para pilotos ≤200)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737360"/>
            <a:ext cx="54864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9659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1B4B"/>
                </a:solidFill>
                <a:latin typeface="Calibri"/>
              </a:rPr>
              <a:t>2 · Add-ons (opcionales, a la carta)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26060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+ IA administrada — $0,10/matrícula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30815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+ Storage extra — $10 / 100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2" y="355701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+ Code runner (Java/Python) — $49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40325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+ Aislamiento dedicado — $99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450799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+ SSO / SAML — $29 (+$99 setup)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49834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+ Certificación oficial — $29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1E1B4B"/>
                </a:solidFill>
                <a:latin typeface="Calibri"/>
              </a:rPr>
              <a:t>No hay plan Free. La IA va con tu propia clave (BYO): sin recargo de IA en la suscripción.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ExamLab · Modelo modular — planes + add-ons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PLANES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libri"/>
              </a:rPr>
              <a:t>Elige por tamaño — sin versión gratuita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47120" cy="566928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82880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Matrículas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828800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Precio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11247120" cy="566928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4155"/>
                </a:solidFill>
                <a:latin typeface="Calibri"/>
              </a:rPr>
              <a:t>Starter (piloto)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8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≤200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20 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468880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1B4B"/>
                </a:solidFill>
                <a:latin typeface="Calibri"/>
              </a:rPr>
              <a:t>$79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08960"/>
            <a:ext cx="11247120" cy="566928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4155"/>
                </a:solidFill>
                <a:latin typeface="Calibri"/>
              </a:rPr>
              <a:t>Pequeña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10896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≤1.000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0896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50 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108960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1B4B"/>
                </a:solidFill>
                <a:latin typeface="Calibri"/>
              </a:rPr>
              <a:t>$149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40"/>
            <a:ext cx="11247120" cy="566928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49040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4155"/>
                </a:solidFill>
                <a:latin typeface="Calibri"/>
              </a:rPr>
              <a:t>Mediana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74904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≤3.000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74904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100 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749040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1B4B"/>
                </a:solidFill>
                <a:latin typeface="Calibri"/>
              </a:rPr>
              <a:t>$349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389120"/>
            <a:ext cx="11247120" cy="566928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89120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4155"/>
                </a:solidFill>
                <a:latin typeface="Calibri"/>
              </a:rPr>
              <a:t>Grande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38912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≤10.000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38912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200 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389120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1B4B"/>
                </a:solidFill>
                <a:latin typeface="Calibri"/>
              </a:rPr>
              <a:t>$799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029200"/>
            <a:ext cx="11247120" cy="566928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029200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4155"/>
                </a:solidFill>
                <a:latin typeface="Calibri"/>
              </a:rPr>
              <a:t>Enterprise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02920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&gt;10.000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02920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custom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5029200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1B4B"/>
                </a:solidFill>
                <a:latin typeface="Calibri"/>
              </a:rPr>
              <a:t>desde $1.499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1E1B4B"/>
                </a:solidFill>
                <a:latin typeface="Calibri"/>
              </a:rPr>
              <a:t>Modalidad Administrada (+$300/mes): ExamLab opera tu institución. Disponible desde Pequeña.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ExamLab · Modelo modular — planes + add-ons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COMBOS QUE TIENEN SENTIDO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libri"/>
              </a:rPr>
              <a:t>Bundles recomendados por perfil de institución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83080"/>
            <a:ext cx="11247120" cy="786384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6537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Colegio pequeño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0370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Pequeña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002536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$149/mes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901952"/>
            <a:ext cx="5669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Sin code runner, sin aislamiento, sin SSO — el plan solo. IA con clave propia.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11247120" cy="786384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3405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Facultad de Ingeniería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7238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Mediana + Code runner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71216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$398/mes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770632"/>
            <a:ext cx="5669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Exámenes de programación Java/Python. SSO opcional si hay directorio.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11247120" cy="786384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0273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Universidad regulada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410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Grande + Aislamiento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739896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≈$852/mes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639312"/>
            <a:ext cx="5669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Habeas Data / data residency. SSO y Reporting API ya incluidos en Grande.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389120"/>
            <a:ext cx="11247120" cy="786384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7141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Instituto con certificación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0974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Mediana + Certificación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608576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$378/mes+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507992"/>
            <a:ext cx="5669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Diplomados con certificado formal + QR. IA administrada si no hay equipo TI.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257800"/>
            <a:ext cx="11247120" cy="786384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34009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Universidad grande operada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67842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Grande Admin + Aislamiento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477256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$1.198/mes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5376672"/>
            <a:ext cx="5669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ExamLab opera la institución + aislamiento físico. Sin equipo propio del cliente.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ExamLab · Modelo modular — planes + add-ons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REGLAS DE COHERENCIA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libri"/>
              </a:rPr>
              <a:t>Qué requiere qué — y qué ya viene incluido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83080"/>
            <a:ext cx="5486400" cy="393192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libri"/>
              </a:rPr>
              <a:t>Add-ons que exigen un plan mínimo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• Code runner ilimitado → Mediana+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• SSO / SAML → Mediana+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• Aislamiento dedicado → Grande+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Motivo: en planes chicos la ejecución de código ya está incluida, no hay directorio corporativo para SSO, y el aislamiento no amortiza su setup. Se habilitan donde aportan.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783080"/>
            <a:ext cx="5486400" cy="393192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libri"/>
              </a:rPr>
              <a:t>Incluido sin cargo en tiers altos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260604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✓ SSO / SAML → incluido en Grande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310896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✓ Reporting API → incluido en Grande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361188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✓ Onboarding guiado → 4–8h en Mediana/Grande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411480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✓ Backups extendidos → Mediana (30d) / Grande (90d)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493776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E1B4B"/>
                </a:solidFill>
                <a:latin typeface="Calibri"/>
              </a:rPr>
              <a:t>A mayor plan, más add-ons vienen incluidos: no pagas dos veces por lo mismo.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ExamLab · Modelo modular — planes + add-ons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5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Armá tu plan a la medida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7D2FE"/>
                </a:solidFill>
                <a:latin typeface="Calibri"/>
              </a:rPr>
              <a:t>Empezás con el plan de tu tamaño y sumás solo los add-ons que tu institución realmente necesita. Sin versión gratuita, sin pagar por lo que no usás.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