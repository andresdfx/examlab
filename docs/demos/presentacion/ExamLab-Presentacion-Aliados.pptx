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PROGRAMA DE ALIADOS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D2FE"/>
                </a:solidFill>
              </a:rPr>
              <a:t>Lleva la plataforma educativa con IA a más instituciones — y gana por cada una.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4297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Comisiones recurrentes · sin costo de entrada · materiales de venta listos.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ASOCIARTE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La educación con IA está despegando — y el producto ya está listo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Miles de instituciones siguen perdiendo horas armando y calificando evaluaciones a mano.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ya resuelve eso con IA: no vendes una promesa, vendes algo que funciona hoy.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Tú pones la relación y los contactos; nosotros ponemos la plataforma, la infraestructura y el soporte.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necesitas equipo técnico ni instalar nada: es 100% en la nube y en español.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Cada institución que entra te deja ingresos — y si es recurrente, te paga mes a mes.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Ser aliado es gratis: sin cuota de entrada, sin mínimos para empezar.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GANAS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Tres formas de asociarte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Elige según qué tanto quieras involucrarte: solo referir, vender y acompañar, o escalar.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630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Referido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Solo presentas al cliente; ExamLab cierra y opera.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</a:rPr>
              <a:t>10%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49808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del primer año · pago único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8952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Cero gestión de tu parte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Ideal para un contacto puntual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compromiso ni metas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3758184" cy="50383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16652" y="1188720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ELEGIDO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Comercial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553712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Vendes y acompañas al cliente en el día a día.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53712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9669"/>
                </a:solidFill>
              </a:rPr>
              <a:t>15%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mientras el cliente siga activo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81144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Cobras también las renovaciones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Materiales de venta + cuentas demo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Registro de oportunidad protegido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147304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47304" y="14630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Premium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375904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Desde 5 instituciones activas a tu nombre.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75904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20%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94192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+ beneficios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03336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prioritario y co-branding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Condiciones especiales por volumen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Acompañamiento del equipo ExamLab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29107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% de comisión de referencia — ajústalos a tu política comercial. La comisión se calcula sobre lo efectivamente cobrado al cliente.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EJEMPLOS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Cuánto puedes ganar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377440"/>
                <a:gridCol w="23134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Modalidad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Qué vendes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Comisión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Tu ingreso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Referido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 del primer año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</a:rPr>
                        <a:t>$960 una vez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Mediana ($349/mes)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~$52/mes (~$628/año)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 planes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$360/mes ($4.320/año)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Premium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20%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$160/mes ($1.920/año)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Lo bueno de lo recurrente: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lo que cierras este año te sigue pagando el próximo, mientras el cliente renueve. Tu ingreso se acumula con cada institución nueva.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309360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Cifras ilustrativas con precios de referencia ($149/$349/$799, planes Pequeña/Mediana/Grande v3). Ajusta precios y % a tu política antes de presentarlos.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REGLAS CLARAS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Transparente y sin letra chica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Registro de oportunidad: el cliente que registras queda protegido 90 días — nadie más cobra por ese lead.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Te pagamos mensual o trimestral, sobre lo efectivamente cobrado al cliente.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Sin cuota de entrada ni metas obligatorias para empezar.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pones infraestructura ni asumes el costo de la IA: el cliente usa su propia API key.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Te damos los materiales de venta: demos en video, presentaciones y cuentas de prueba.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Acuerdo simple por escrito: modalidad, % y forma de pago. Sin sorpresas.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EMPIEZAS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 4 pasos ya estás ganando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0180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44018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asocias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Acordamos modalidad y % por escrito. Es gratis y toma minutos.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7972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347972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93592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damos todo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9312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Acceso a demos, presentaciones y cuentas de prueba para mostrar.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18504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5764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7255764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01384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Presentas / vendes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47104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Registras tus oportunidades; nosotros apoyamos el cierre si lo necesitas.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26296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63556" y="210312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1016355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409176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Cobras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54896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Recibes tu comisión — y si es recurrente, mes a mes mientras renueven.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TU ARGUMENTO DE VENTA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ExamLab se vende solo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Ahorra horas reales a los docentes con IA (genera y califica) — beneficio inmediato y tangible.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Todo en español y en la nube: sin instalaciones, listo para cualquier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Multi-institución: sirve desde un colegio pequeño hasta una universidad grande.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Demos en video y presentaciones listas — muestras en minutos, no en semanas.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Precio competitivo y plan a la medida para los casos grandes (más de 5.000 estudiantes).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Tú cuentas el problema (horas perdidas) y muestras el demo. El producto hace el resto.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¿Te asocias?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2FE"/>
                </a:solidFill>
              </a:rPr>
              <a:t>Lleva ExamLab a tu red de instituciones y gana por cada una que entre.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49808" y="3931920"/>
            <a:ext cx="5669280" cy="868680"/>
          </a:xfrm>
          <a:prstGeom prst="roundRect">
            <a:avLst>
              <a:gd name="adj" fmla="val 10526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931920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Escríbeme y empezamos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</a:rPr>
              <a:t>[tu correo / WhatsApp aquí]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5B4FC"/>
                </a:solidFill>
              </a:rPr>
              <a:t>Acordamos modalidad y % en una llamada corta. Sin compromiso.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Programa de Aliados</dc:title>
  <dc:subject>PptxGenJS Presentation</dc:subject>
  <dc:creator>ExamLab</dc:creator>
  <cp:lastModifiedBy>ExamLab</cp:lastModifiedBy>
  <cp:revision>1</cp:revision>
  <dcterms:created xsi:type="dcterms:W3CDTF">2026-06-13T23:01:53Z</dcterms:created>
  <dcterms:modified xsi:type="dcterms:W3CDTF">2026-06-13T23:01:53Z</dcterms:modified>
</cp:coreProperties>
</file>