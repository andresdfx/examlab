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286000"/>
            <a:ext cx="12191695" cy="73152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Text 2"/>
          <p:cNvSpPr/>
          <p:nvPr/>
        </p:nvSpPr>
        <p:spPr>
          <a:xfrm>
            <a:off x="749808" y="914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E0E7FF"/>
                </a:solidFill>
              </a:rPr>
              <a:t>PROGRAMA DE ALIADOS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246888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ExamLab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749808" y="36118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C7D2FE"/>
                </a:solidFill>
              </a:rPr>
              <a:t>Lleva la plataforma educativa con IA a más instituciones — y gana por cada una.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749808" y="4297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5B4FC"/>
                </a:solidFill>
              </a:rPr>
              <a:t>Comisiones recurrentes · sin costo de entrada · materiales de venta listos.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POR QUÉ ASOCIARTE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La educación con IA está despegando — y el producto ya está listo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09728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Miles de instituciones siguen perdiendo horas armando y calificando evaluaciones a mano.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ExamLab ya resuelve eso con IA: no vendes una promesa, vendes algo que funciona hoy.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Tú pones la relación y los contactos; nosotros ponemos la plataforma, la infraestructura y el soporte.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No necesitas equipo técnico ni instalar nada: es 100% en la nube y en español.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Cada institución que entra te deja ingresos — y si es recurrente, te paga mes a mes.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548640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54864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✨  </a:t>
            </a:r>
            <a:pPr indent="0" marL="0">
              <a:buNone/>
            </a:pPr>
            <a:r>
              <a:rPr lang="en-US" sz="1300" i="1" dirty="0">
                <a:solidFill>
                  <a:srgbClr val="1E1B4B"/>
                </a:solidFill>
              </a:rPr>
              <a:t>Ser aliado es gratis: sin cuota de entrada, sin mínimos para empezar.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Programa de Aliados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46E5"/>
                </a:solidFill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28016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CÓMO GANAS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</a:rPr>
              <a:t>Tres formas de asociarte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7FF"/>
                </a:solidFill>
              </a:rPr>
              <a:t>Elige según qué tanto quieras involucrarte: solo referir, vender y acompañar, o escalar.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611880" cy="470916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63040"/>
            <a:ext cx="3611880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700784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1B4B"/>
                </a:solidFill>
              </a:rPr>
              <a:t>Referido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731520" y="2176272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Solo presentas al cliente; ExamLab cierra y opera.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283464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7C3AED"/>
                </a:solidFill>
              </a:rPr>
              <a:t>15%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749808" y="3520440"/>
            <a:ext cx="31546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334155"/>
                </a:solidFill>
              </a:rPr>
              <a:t>del primer año · pago único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58952" y="4005072"/>
            <a:ext cx="309981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133088"/>
            <a:ext cx="310896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Cero gestión de tu parte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Ideal para un contacto puntual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Sin compromiso ni metas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251960" y="1298448"/>
            <a:ext cx="3758184" cy="5038344"/>
          </a:xfrm>
          <a:prstGeom prst="roundRect">
            <a:avLst>
              <a:gd name="adj" fmla="val 2920"/>
            </a:avLst>
          </a:prstGeom>
          <a:solidFill>
            <a:srgbClr val="ECFDF5"/>
          </a:solidFill>
          <a:ln w="31750">
            <a:solidFill>
              <a:srgbClr val="059669"/>
            </a:solidFill>
            <a:prstDash val="solid"/>
          </a:ln>
          <a:effectLst>
            <a:outerShdw sx="100000" sy="100000" kx="0" ky="0" algn="bl" rotWithShape="0" blurRad="76200" dist="38100" dir="16200000">
              <a:srgbClr val="A7F3D0">
                <a:alpha val="7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216652" y="1188720"/>
            <a:ext cx="1828800" cy="310896"/>
          </a:xfrm>
          <a:prstGeom prst="roundRect">
            <a:avLst>
              <a:gd name="adj" fmla="val 23529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MÁS ELEGIDO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25112" y="1463040"/>
            <a:ext cx="3611880" cy="109728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7" name="Text 15"/>
          <p:cNvSpPr/>
          <p:nvPr/>
        </p:nvSpPr>
        <p:spPr>
          <a:xfrm>
            <a:off x="4553712" y="1700784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1B4B"/>
                </a:solidFill>
              </a:rPr>
              <a:t>Aliado Comercial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4553712" y="2176272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Vendes y acompañas al cliente en el día a día.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53712" y="283464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9669"/>
                </a:solidFill>
              </a:rPr>
              <a:t>25%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4572000" y="3520440"/>
            <a:ext cx="31546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334155"/>
                </a:solidFill>
              </a:rPr>
              <a:t>recurrente · mientras el cliente siga activo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581144" y="4005072"/>
            <a:ext cx="309981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99432" y="4133088"/>
            <a:ext cx="310896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Cobras también las renovaciones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Materiales de venta + cuentas demo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Registro de oportunidad protegido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147304" y="1463040"/>
            <a:ext cx="3611880" cy="470916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147304" y="1463040"/>
            <a:ext cx="3611880" cy="10972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5" name="Text 23"/>
          <p:cNvSpPr/>
          <p:nvPr/>
        </p:nvSpPr>
        <p:spPr>
          <a:xfrm>
            <a:off x="8375904" y="1700784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1B4B"/>
                </a:solidFill>
              </a:rPr>
              <a:t>Aliado Premium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8375904" y="2176272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Desde 5 instituciones activas a tu nombre.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375904" y="283464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F46E5"/>
                </a:solidFill>
              </a:rPr>
              <a:t>35%</a:t>
            </a:r>
            <a:endParaRPr lang="en-US" sz="4000" dirty="0"/>
          </a:p>
        </p:txBody>
      </p:sp>
      <p:sp>
        <p:nvSpPr>
          <p:cNvPr id="28" name="Text 26"/>
          <p:cNvSpPr/>
          <p:nvPr/>
        </p:nvSpPr>
        <p:spPr>
          <a:xfrm>
            <a:off x="8394192" y="3520440"/>
            <a:ext cx="31546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334155"/>
                </a:solidFill>
              </a:rPr>
              <a:t>recurrente · + beneficios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403336" y="4005072"/>
            <a:ext cx="309981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21624" y="4133088"/>
            <a:ext cx="310896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Soporte prioritario y co-branding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Condiciones especiales por volumen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Acompañamiento del equipo ExamLab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02920" y="6291072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% de comisión de referencia — ajústalos a tu política comercial. La comisión se calcula sobre lo efectivamente cobrado al cliente.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Programa de Aliados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46E5"/>
                </a:solidFill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D1FAE5"/>
                </a:solidFill>
              </a:rPr>
              <a:t>EJEMPLOS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Cuánto puedes ganar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90879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840480"/>
                <a:gridCol w="2377440"/>
                <a:gridCol w="2313432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Modalidad</a:t>
                      </a:r>
                      <a:endParaRPr lang="en-US" sz="13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Qué vendes</a:t>
                      </a:r>
                      <a:endParaRPr lang="en-US" sz="13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Comisión</a:t>
                      </a:r>
                      <a:endParaRPr lang="en-US" sz="13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Tu ingreso</a:t>
                      </a:r>
                      <a:endParaRPr lang="en-US" sz="13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1B4B"/>
                          </a:solidFill>
                        </a:rPr>
                        <a:t>Referido</a:t>
                      </a:r>
                      <a:endParaRPr lang="en-US" sz="12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1 plan Institucional ($1.000/mes)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15% del primer año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45309"/>
                          </a:solidFill>
                        </a:rPr>
                        <a:t>$1.800 una vez</a:t>
                      </a:r>
                      <a:endParaRPr lang="en-US" sz="13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1B4B"/>
                          </a:solidFill>
                        </a:rPr>
                        <a:t>Aliado Comercial</a:t>
                      </a:r>
                      <a:endParaRPr lang="en-US" sz="12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1 plan Profesional ($299/mes)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25% recurrente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59669"/>
                          </a:solidFill>
                        </a:rPr>
                        <a:t>~$75/mes (~$897/año)</a:t>
                      </a:r>
                      <a:endParaRPr lang="en-US" sz="13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1B4B"/>
                          </a:solidFill>
                        </a:rPr>
                        <a:t>Aliado Comercial</a:t>
                      </a:r>
                      <a:endParaRPr lang="en-US" sz="12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3 planes Institucional ($1.000/mes)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25% recurrente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59669"/>
                          </a:solidFill>
                        </a:rPr>
                        <a:t>$750/mes ($9.000/año)</a:t>
                      </a:r>
                      <a:endParaRPr lang="en-US" sz="13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1B4B"/>
                          </a:solidFill>
                        </a:rPr>
                        <a:t>Aliado Premium</a:t>
                      </a:r>
                      <a:endParaRPr lang="en-US" sz="12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1 plan Institucional ($1.000/mes)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35% recurrente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59669"/>
                          </a:solidFill>
                        </a:rPr>
                        <a:t>$350/mes ($4.200/año)</a:t>
                      </a:r>
                      <a:endParaRPr lang="en-US" sz="13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5120640"/>
            <a:ext cx="10908792" cy="868680"/>
          </a:xfrm>
          <a:prstGeom prst="roundRect">
            <a:avLst>
              <a:gd name="adj" fmla="val 8421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5120640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</a:rPr>
              <a:t>Lo bueno de lo recurrente:  </a:t>
            </a:r>
            <a:pPr indent="0" marL="0">
              <a:buNone/>
            </a:pPr>
            <a:r>
              <a:rPr lang="en-US" sz="1250" i="1" dirty="0">
                <a:solidFill>
                  <a:srgbClr val="1E1B4B"/>
                </a:solidFill>
              </a:rPr>
              <a:t>lo que cierras este año te sigue pagando el próximo, mientras el cliente renueve. Tu ingreso se acumula con cada institución nueva.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6309360"/>
            <a:ext cx="10972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Cifras ilustrativas con precios de referencia ($99/$299/$1.000). Ajusta precios y % a tu política antes de presentarlos.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Programa de Aliados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59669"/>
                </a:solidFill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REGLAS CLARAS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Transparente y sin letra chica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09728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Registro de oportunidad: el cliente que registras queda protegido 90 días — nadie más cobra por ese lead.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Te pagamos mensual o trimestral, sobre lo efectivamente cobrado al cliente.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Sin cuota de entrada ni metas obligatorias para empezar.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No pones infraestructura ni asumes el costo de la IA: el cliente usa su propia API key.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Te damos los materiales de venta: demos en video, presentaciones y cuentas de prueba.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548640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54864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✨  </a:t>
            </a:r>
            <a:pPr indent="0" marL="0">
              <a:buNone/>
            </a:pPr>
            <a:r>
              <a:rPr lang="en-US" sz="1300" i="1" dirty="0">
                <a:solidFill>
                  <a:srgbClr val="1E1B4B"/>
                </a:solidFill>
              </a:rPr>
              <a:t>Acuerdo simple por escrito: modalidad, % y forma de pago. Sin sorpresas.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Programa de Aliados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C3AED"/>
                </a:solidFill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CÓMO EMPIEZAS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En 4 pasos ya estás ganando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2697480" cy="365760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40180" y="2103120"/>
            <a:ext cx="822960" cy="822960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8" name="Text 6"/>
          <p:cNvSpPr/>
          <p:nvPr/>
        </p:nvSpPr>
        <p:spPr>
          <a:xfrm>
            <a:off x="1440180" y="21031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85800" y="310896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B4B"/>
                </a:solidFill>
              </a:rPr>
              <a:t>Te asocias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3611880"/>
            <a:ext cx="22402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Acordamos modalidad y % por escrito. Es gratis y toma minutos.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410712" y="1783080"/>
            <a:ext cx="2697480" cy="365760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7972" y="2103120"/>
            <a:ext cx="822960" cy="822960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3" name="Text 11"/>
          <p:cNvSpPr/>
          <p:nvPr/>
        </p:nvSpPr>
        <p:spPr>
          <a:xfrm>
            <a:off x="4347972" y="21031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593592" y="310896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B4B"/>
                </a:solidFill>
              </a:rPr>
              <a:t>Te damos todo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39312" y="3611880"/>
            <a:ext cx="22402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Acceso a demos, presentaciones y cuentas de prueba para mostrar.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18504" y="1783080"/>
            <a:ext cx="2697480" cy="365760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5764" y="2103120"/>
            <a:ext cx="822960" cy="822960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8" name="Text 16"/>
          <p:cNvSpPr/>
          <p:nvPr/>
        </p:nvSpPr>
        <p:spPr>
          <a:xfrm>
            <a:off x="7255764" y="21031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3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501384" y="310896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B4B"/>
                </a:solidFill>
              </a:rPr>
              <a:t>Presentas / vendes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47104" y="3611880"/>
            <a:ext cx="22402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Registras tus oportunidades; nosotros apoyamos el cierre si lo necesitas.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9226296" y="1783080"/>
            <a:ext cx="2697480" cy="365760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163556" y="2103120"/>
            <a:ext cx="822960" cy="82296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3" name="Text 21"/>
          <p:cNvSpPr/>
          <p:nvPr/>
        </p:nvSpPr>
        <p:spPr>
          <a:xfrm>
            <a:off x="10163556" y="21031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4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9409176" y="310896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B4B"/>
                </a:solidFill>
              </a:rPr>
              <a:t>Cobras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454896" y="3611880"/>
            <a:ext cx="22402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Recibes tu comisión — y si es recurrente, mes a mes mientras renueven.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Programa de Aliados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46E5"/>
                </a:solidFill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TU ARGUMENTO DE VENTA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ExamLab se vende solo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09728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Ahorra horas reales a los docentes con IA (genera y califica) — beneficio inmediato y tangible.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Todo en español y en la nube: sin instalaciones, listo para cualquier institución.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Multi-institución: sirve desde un colegio pequeño hasta una universidad grande.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Demos en video y presentaciones listas — muestras en minutos, no en semanas.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Precio competitivo y plan a la medida para los casos grandes (más de 5.000 estudiantes).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548640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54864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✨  </a:t>
            </a:r>
            <a:pPr indent="0" marL="0">
              <a:buNone/>
            </a:pPr>
            <a:r>
              <a:rPr lang="en-US" sz="1300" i="1" dirty="0">
                <a:solidFill>
                  <a:srgbClr val="1E1B4B"/>
                </a:solidFill>
              </a:rPr>
              <a:t>Tú cuentas el problema (horas perdidas) y muestras el demo. El producto hace el resto.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Programa de Aliados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59669"/>
                </a:solidFill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¿Te asocias?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49808" y="310896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7D2FE"/>
                </a:solidFill>
              </a:rPr>
              <a:t>Lleva ExamLab a tu red de instituciones y gana por cada una que entre.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749808" y="3931920"/>
            <a:ext cx="5669280" cy="868680"/>
          </a:xfrm>
          <a:prstGeom prst="roundRect">
            <a:avLst>
              <a:gd name="adj" fmla="val 10526"/>
            </a:avLst>
          </a:prstGeom>
          <a:solidFill>
            <a:srgbClr val="059669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3931920"/>
            <a:ext cx="5303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Escríbeme y empezamos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D1FAE5"/>
                </a:solidFill>
              </a:rPr>
              <a:t>[tu correo / WhatsApp aquí]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49808" y="50292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5B4FC"/>
                </a:solidFill>
              </a:rPr>
              <a:t>Acordamos modalidad y % en una llamada corta. Sin compromiso.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ExamLab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ExamLab — Programa de Aliados</dc:title>
  <dc:subject>PptxGenJS Presentation</dc:subject>
  <dc:creator>ExamLab</dc:creator>
  <cp:lastModifiedBy>ExamLab</cp:lastModifiedBy>
  <cp:revision>1</cp:revision>
  <dcterms:created xsi:type="dcterms:W3CDTF">2026-06-13T16:55:00Z</dcterms:created>
  <dcterms:modified xsi:type="dcterms:W3CDTF">2026-06-13T16:55:00Z</dcterms:modified>
</cp:coreProperties>
</file>